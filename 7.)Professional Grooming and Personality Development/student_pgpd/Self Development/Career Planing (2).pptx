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Abril Fatfac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/jhYd7Rrb1vT0lgzi2rjFNhig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brilFatface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1817181c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1817181c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1817181c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9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31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4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3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6001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 Development and Assesment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315448" y="2449375"/>
            <a:ext cx="9063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PGPD – Understanding Concrete Goals and Needs of Society (Ikigai)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Career Planning through Purpose and Self-Discovery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0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br>
              <a:rPr lang="en-US"/>
            </a:br>
            <a:endParaRPr/>
          </a:p>
        </p:txBody>
      </p:sp>
      <p:sp>
        <p:nvSpPr>
          <p:cNvPr id="113" name="Google Shape;113;p50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Understand the role of PGPD in professional life.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Explore the concept of Ikigai and its connection to self-growth.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Learn to balance passion, skills, and purpose.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Reflect on your personal career direction.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14" name="Google Shape;1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50"/>
          <p:cNvCxnSpPr/>
          <p:nvPr/>
        </p:nvCxnSpPr>
        <p:spPr>
          <a:xfrm>
            <a:off x="1059393" y="141778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1817181cd_0_0"/>
          <p:cNvSpPr txBox="1"/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2" name="Google Shape;122;g3a1817181cd_0_0"/>
          <p:cNvSpPr txBox="1"/>
          <p:nvPr>
            <p:ph idx="1" type="body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PGPD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PGPD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Ikigai?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circles of Ikigai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Ikigai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Chart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1817181cd_0_0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24" name="Google Shape;124;g3a1817181c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 to PGPD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04812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PGPD: Post Graduate in Professional Development or Professional Growth and Personality Development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04812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Enhances professional and personal competencies.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04812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Aligns individual skills and societal needs.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04812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 Builds confidence, adaptability, and professional etiquette.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None/>
            </a:pPr>
            <a:r>
              <a:rPr i="1" lang="en-US" sz="2800"/>
              <a:t>It’s about becoming the best version of yourself — both as an individual and as a professional.</a:t>
            </a:r>
            <a:endParaRPr/>
          </a:p>
        </p:txBody>
      </p:sp>
      <p:pic>
        <p:nvPicPr>
          <p:cNvPr descr="cdc logo png black (1).png" id="131" name="Google Shape;1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4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Importance of PGPD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Develops critical professional skills.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Encourages self-awareness and continuous learning.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Prepares individuals for career advancement.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Promotes meaningful contributions to society.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When you grow as a person, your career grows too.</a:t>
            </a:r>
            <a:endParaRPr/>
          </a:p>
        </p:txBody>
      </p:sp>
      <p:pic>
        <p:nvPicPr>
          <p:cNvPr descr="cdc logo png black (1).png" id="139" name="Google Shape;1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30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Understanding Goals and Needs of Society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3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5897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62"/>
              <a:buChar char="•"/>
            </a:pPr>
            <a:r>
              <a:rPr lang="en-US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Every career should address real-world problems.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Societal understanding helps in setting relevant goals.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Builds empathy and responsibility.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Encourages work that has social value.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162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Ask yourself: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“How can my skills make a difference in my community?”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47" name="Google Shape;14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43"/>
          <p:cNvCxnSpPr/>
          <p:nvPr/>
        </p:nvCxnSpPr>
        <p:spPr>
          <a:xfrm>
            <a:off x="1073248" y="1189634"/>
            <a:ext cx="9428497" cy="63683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43"/>
          <p:cNvCxnSpPr/>
          <p:nvPr/>
        </p:nvCxnSpPr>
        <p:spPr>
          <a:xfrm>
            <a:off x="918825" y="1884421"/>
            <a:ext cx="1962920" cy="31841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4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What is Ikigai?</a:t>
            </a:r>
            <a:endParaRPr/>
          </a:p>
        </p:txBody>
      </p:sp>
      <p:sp>
        <p:nvSpPr>
          <p:cNvPr id="155" name="Google Shape;155;p44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Ikigai: A Japanese concept meaning 'Reason for Being'.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It is the intersection of: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What you love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What you are good at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What the world needs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What you can be paid for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56" name="Google Shape;15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44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The Four Circles of Ikigai</a:t>
            </a:r>
            <a:endParaRPr/>
          </a:p>
        </p:txBody>
      </p:sp>
      <p:sp>
        <p:nvSpPr>
          <p:cNvPr id="163" name="Google Shape;163;p45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Passion – What you love: Teaching, writing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 – What you are good at: Coding, communication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 – What the world needs: Education, innovation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Vocation – What you can be paid for: Marketing, management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Your Ikigai lies at the intersection of all four.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64" name="Google Shape;16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45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Importance of Ikigai in Career Planning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6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Helps discover purpose-driven careers.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Balances passion and profession.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Prevents burnout and stress.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Encourages continuous learning and fulfillment.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Find a path that makes you both happy and helpful.</a:t>
            </a:r>
            <a:endParaRPr/>
          </a:p>
        </p:txBody>
      </p:sp>
      <p:pic>
        <p:nvPicPr>
          <p:cNvPr descr="cdc logo png black (1).png" id="172" name="Google Shape;17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46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xercise – Career Planning Chart 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(Refer to Ikigai)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7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Instructions: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Reflect on your interests, strengths, and values.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the Ikigai model as a guide.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Fill in the chart below honestly.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80" name="Google Shape;18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47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8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Exercise – Career Planning Chart (Ikigai Framework)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8"/>
          <p:cNvSpPr txBox="1"/>
          <p:nvPr>
            <p:ph idx="1" type="body"/>
          </p:nvPr>
        </p:nvSpPr>
        <p:spPr>
          <a:xfrm>
            <a:off x="918825" y="1916249"/>
            <a:ext cx="10192200" cy="4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Activity: Create your personal career plan based on Ikigai.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Aspect | Your Answer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 Love | …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I’m Good At | …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The World Needs | …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 Can Be Paid For | …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Combine the answers to find your Ikigai.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88" name="Google Shape;18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48"/>
          <p:cNvCxnSpPr/>
          <p:nvPr/>
        </p:nvCxnSpPr>
        <p:spPr>
          <a:xfrm>
            <a:off x="1045539" y="122588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48"/>
          <p:cNvCxnSpPr/>
          <p:nvPr/>
        </p:nvCxnSpPr>
        <p:spPr>
          <a:xfrm>
            <a:off x="1045539" y="1879686"/>
            <a:ext cx="3013843" cy="36576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Sample Career Planning Chart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9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Aspect | Example: Aspiring Educator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 Love | Teaching, mentoring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I’m Good At | Communication, empathy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The World Needs | Quality education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 Can Be Paid For | Teaching, training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Ikigai (Purpose) | To inspire and guide learners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97" name="Google Shape;19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49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2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Reflection Slide – “Find Your Why”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2"/>
          <p:cNvSpPr txBox="1"/>
          <p:nvPr>
            <p:ph idx="1" type="body"/>
          </p:nvPr>
        </p:nvSpPr>
        <p:spPr>
          <a:xfrm>
            <a:off x="1031684" y="2208934"/>
            <a:ext cx="917911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a moment to reflect: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drives you every morning?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kind of work would make you proud at the end of your life?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✨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your “why” gives your “how” a purpose.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205" name="Google Shape;20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52"/>
          <p:cNvCxnSpPr/>
          <p:nvPr/>
        </p:nvCxnSpPr>
        <p:spPr>
          <a:xfrm>
            <a:off x="1031684" y="125890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References</a:t>
            </a:r>
            <a:br>
              <a:rPr b="1"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3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García, H. &amp; Miralles, F. (2017).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Ikigai: The Japanese Secret to a Long and Happy Life.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Penguin Books.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Covey, S. R. (1989).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The 7 Habits of Highly Effective People.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Free Press.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Goleman, D. (1995).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Emotional Intelligence.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Bantam Books.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Harvard Business Review – Career Development and Self-Improvement Articles.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213" name="Google Shape;21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53"/>
          <p:cNvCxnSpPr/>
          <p:nvPr/>
        </p:nvCxnSpPr>
        <p:spPr>
          <a:xfrm>
            <a:off x="1045539" y="127276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4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20" name="Google Shape;220;p54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PGPD enhances personal and professional growth.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Ikigai links your skills with life purpose.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Career planning with Ikigai ensures fulfillment and contribution to society.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221" name="Google Shape;22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54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Learning Outcomes</a:t>
            </a:r>
            <a:br>
              <a:rPr b="1"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By the end of this session, you will be able to: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Explain PGPD and its importance.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Identify your unique Ikigai.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Create a meaningful career plan.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Demonstrate a growth-oriented and reflective mindset.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229" name="Google Shape;22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51"/>
          <p:cNvCxnSpPr/>
          <p:nvPr/>
        </p:nvCxnSpPr>
        <p:spPr>
          <a:xfrm>
            <a:off x="1031685" y="143163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Video Links</a:t>
            </a:r>
            <a:endParaRPr/>
          </a:p>
        </p:txBody>
      </p:sp>
      <p:sp>
        <p:nvSpPr>
          <p:cNvPr id="236" name="Google Shape;236;p55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https://youtu.be/pk-PcJS2QaU?si=VccCbnaRJYSF2lH4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https://youtu.be/moQnoSYPMmY?si=Gb8NXJnKrBhJUWFc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https://youtu.be/cmw7e7O-7qk?si=h7z4Ruov_RiL7Aw7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https://youtu.be/1KaQImCTG6A?si=zb7JxYL1RlWKOs7K</a:t>
            </a:r>
            <a:endParaRPr/>
          </a:p>
        </p:txBody>
      </p:sp>
      <p:pic>
        <p:nvPicPr>
          <p:cNvPr descr="cdc logo png black (1).png" id="237" name="Google Shape;23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433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55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/>
              <a:t>“Your work is your love made visible.”</a:t>
            </a:r>
            <a:br>
              <a:rPr lang="en-US"/>
            </a:br>
            <a:r>
              <a:rPr lang="en-US"/>
              <a:t>– </a:t>
            </a:r>
            <a:r>
              <a:rPr i="1" lang="en-US"/>
              <a:t>Kahlil Gibran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