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Abril Fatfac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3" roundtripDataSignature="AMtx7mhXnJCNfC5EFKA/OfLH4KT+6Fjm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AbrilFatface-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d46f24540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5d46f24540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5d46f24540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d46f24540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5d46f24540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5d46f24540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d46f24540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5d46f24540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5d46f24540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d46f2454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5d46f24540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35d46f24540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d46f24540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5d46f24540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5d46f24540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5d46f24540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5d46f24540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5d46f24540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1" showMasterSp="0">
  <p:cSld name="About 1">
    <p:spTree>
      <p:nvGrpSpPr>
        <p:cNvPr id="16" name="Shape 16"/>
        <p:cNvGrpSpPr/>
        <p:nvPr/>
      </p:nvGrpSpPr>
      <p:grpSpPr>
        <a:xfrm>
          <a:off x="0" y="0"/>
          <a:ext cx="0" cy="0"/>
          <a:chOff x="0" y="0"/>
          <a:chExt cx="0" cy="0"/>
        </a:xfrm>
      </p:grpSpPr>
      <p:sp>
        <p:nvSpPr>
          <p:cNvPr id="17" name="Google Shape;17;p12"/>
          <p:cNvSpPr/>
          <p:nvPr/>
        </p:nvSpPr>
        <p:spPr>
          <a:xfrm>
            <a:off x="1" y="5983099"/>
            <a:ext cx="12192000" cy="873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12"/>
          <p:cNvSpPr/>
          <p:nvPr/>
        </p:nvSpPr>
        <p:spPr>
          <a:xfrm>
            <a:off x="8991644" y="3657675"/>
            <a:ext cx="3200357" cy="3200320"/>
          </a:xfrm>
          <a:custGeom>
            <a:rect b="b" l="l" r="r" t="t"/>
            <a:pathLst>
              <a:path extrusionOk="0" h="3200320" w="3200357">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rgbClr val="0B40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12"/>
          <p:cNvSpPr/>
          <p:nvPr/>
        </p:nvSpPr>
        <p:spPr>
          <a:xfrm rot="10800000">
            <a:off x="0" y="-5"/>
            <a:ext cx="2286000" cy="2285973"/>
          </a:xfrm>
          <a:custGeom>
            <a:rect b="b" l="l" r="r" t="t"/>
            <a:pathLst>
              <a:path extrusionOk="0" h="3200320" w="3200357">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rgbClr val="1160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12"/>
          <p:cNvSpPr/>
          <p:nvPr/>
        </p:nvSpPr>
        <p:spPr>
          <a:xfrm rot="5400000">
            <a:off x="-433923" y="5546250"/>
            <a:ext cx="1745673" cy="877824"/>
          </a:xfrm>
          <a:custGeom>
            <a:rect b="b" l="l" r="r" t="t"/>
            <a:pathLst>
              <a:path extrusionOk="0" h="2285974" w="4572000">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rgbClr val="87E1EB">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12"/>
          <p:cNvSpPr txBox="1"/>
          <p:nvPr>
            <p:ph type="title"/>
          </p:nvPr>
        </p:nvSpPr>
        <p:spPr>
          <a:xfrm>
            <a:off x="1371599" y="1478396"/>
            <a:ext cx="3710355" cy="344529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16069"/>
              </a:buClr>
              <a:buSzPts val="3600"/>
              <a:buFont typeface="Abril Fatface"/>
              <a:buNone/>
              <a:defRPr sz="3600">
                <a:solidFill>
                  <a:srgbClr val="11606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 type="body"/>
          </p:nvPr>
        </p:nvSpPr>
        <p:spPr>
          <a:xfrm>
            <a:off x="5360465" y="1477963"/>
            <a:ext cx="5536135" cy="3446462"/>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600"/>
              <a:buNone/>
              <a:defRPr sz="1600"/>
            </a:lvl2pPr>
            <a:lvl3pPr indent="-228600" lvl="2" marL="1371600" algn="l">
              <a:lnSpc>
                <a:spcPct val="120000"/>
              </a:lnSpc>
              <a:spcBef>
                <a:spcPts val="500"/>
              </a:spcBef>
              <a:spcAft>
                <a:spcPts val="0"/>
              </a:spcAft>
              <a:buSzPts val="1400"/>
              <a:buNone/>
              <a:defRPr sz="1400"/>
            </a:lvl3pPr>
            <a:lvl4pPr indent="-228600" lvl="3" marL="1828800" algn="l">
              <a:lnSpc>
                <a:spcPct val="120000"/>
              </a:lnSpc>
              <a:spcBef>
                <a:spcPts val="500"/>
              </a:spcBef>
              <a:spcAft>
                <a:spcPts val="0"/>
              </a:spcAft>
              <a:buSzPts val="1200"/>
              <a:buNone/>
              <a:defRPr sz="1200"/>
            </a:lvl4pPr>
            <a:lvl5pPr indent="-228600" lvl="4" marL="2286000" algn="l">
              <a:lnSpc>
                <a:spcPct val="120000"/>
              </a:lnSpc>
              <a:spcBef>
                <a:spcPts val="500"/>
              </a:spcBef>
              <a:spcAft>
                <a:spcPts val="0"/>
              </a:spcAft>
              <a:buSzPts val="1200"/>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2"/>
          <p:cNvSpPr txBox="1"/>
          <p:nvPr>
            <p:ph idx="12" type="sldNum"/>
          </p:nvPr>
        </p:nvSpPr>
        <p:spPr>
          <a:xfrm>
            <a:off x="10896600" y="5983104"/>
            <a:ext cx="1295400" cy="87489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200" u="none" cap="none" strike="noStrike">
                <a:solidFill>
                  <a:schemeClr val="lt1"/>
                </a:solidFill>
                <a:latin typeface="Abril Fatface"/>
                <a:ea typeface="Abril Fatface"/>
                <a:cs typeface="Abril Fatface"/>
                <a:sym typeface="Abril Fatface"/>
              </a:defRPr>
            </a:lvl1pPr>
            <a:lvl2pPr indent="0" lvl="1" marL="0" algn="ctr">
              <a:spcBef>
                <a:spcPts val="0"/>
              </a:spcBef>
              <a:buNone/>
              <a:defRPr b="0" i="0" sz="1200" u="none" cap="none" strike="noStrike">
                <a:solidFill>
                  <a:schemeClr val="lt1"/>
                </a:solidFill>
                <a:latin typeface="Abril Fatface"/>
                <a:ea typeface="Abril Fatface"/>
                <a:cs typeface="Abril Fatface"/>
                <a:sym typeface="Abril Fatface"/>
              </a:defRPr>
            </a:lvl2pPr>
            <a:lvl3pPr indent="0" lvl="2" marL="0" algn="ctr">
              <a:spcBef>
                <a:spcPts val="0"/>
              </a:spcBef>
              <a:buNone/>
              <a:defRPr b="0" i="0" sz="1200" u="none" cap="none" strike="noStrike">
                <a:solidFill>
                  <a:schemeClr val="lt1"/>
                </a:solidFill>
                <a:latin typeface="Abril Fatface"/>
                <a:ea typeface="Abril Fatface"/>
                <a:cs typeface="Abril Fatface"/>
                <a:sym typeface="Abril Fatface"/>
              </a:defRPr>
            </a:lvl3pPr>
            <a:lvl4pPr indent="0" lvl="3" marL="0" algn="ctr">
              <a:spcBef>
                <a:spcPts val="0"/>
              </a:spcBef>
              <a:buNone/>
              <a:defRPr b="0" i="0" sz="1200" u="none" cap="none" strike="noStrike">
                <a:solidFill>
                  <a:schemeClr val="lt1"/>
                </a:solidFill>
                <a:latin typeface="Abril Fatface"/>
                <a:ea typeface="Abril Fatface"/>
                <a:cs typeface="Abril Fatface"/>
                <a:sym typeface="Abril Fatface"/>
              </a:defRPr>
            </a:lvl4pPr>
            <a:lvl5pPr indent="0" lvl="4" marL="0" algn="ctr">
              <a:spcBef>
                <a:spcPts val="0"/>
              </a:spcBef>
              <a:buNone/>
              <a:defRPr b="0" i="0" sz="1200" u="none" cap="none" strike="noStrike">
                <a:solidFill>
                  <a:schemeClr val="lt1"/>
                </a:solidFill>
                <a:latin typeface="Abril Fatface"/>
                <a:ea typeface="Abril Fatface"/>
                <a:cs typeface="Abril Fatface"/>
                <a:sym typeface="Abril Fatface"/>
              </a:defRPr>
            </a:lvl5pPr>
            <a:lvl6pPr indent="0" lvl="5" marL="0" algn="ctr">
              <a:spcBef>
                <a:spcPts val="0"/>
              </a:spcBef>
              <a:buNone/>
              <a:defRPr b="0" i="0" sz="1200" u="none" cap="none" strike="noStrike">
                <a:solidFill>
                  <a:schemeClr val="lt1"/>
                </a:solidFill>
                <a:latin typeface="Abril Fatface"/>
                <a:ea typeface="Abril Fatface"/>
                <a:cs typeface="Abril Fatface"/>
                <a:sym typeface="Abril Fatface"/>
              </a:defRPr>
            </a:lvl6pPr>
            <a:lvl7pPr indent="0" lvl="6" marL="0" algn="ctr">
              <a:spcBef>
                <a:spcPts val="0"/>
              </a:spcBef>
              <a:buNone/>
              <a:defRPr b="0" i="0" sz="1200" u="none" cap="none" strike="noStrike">
                <a:solidFill>
                  <a:schemeClr val="lt1"/>
                </a:solidFill>
                <a:latin typeface="Abril Fatface"/>
                <a:ea typeface="Abril Fatface"/>
                <a:cs typeface="Abril Fatface"/>
                <a:sym typeface="Abril Fatface"/>
              </a:defRPr>
            </a:lvl7pPr>
            <a:lvl8pPr indent="0" lvl="7" marL="0" algn="ctr">
              <a:spcBef>
                <a:spcPts val="0"/>
              </a:spcBef>
              <a:buNone/>
              <a:defRPr b="0" i="0" sz="1200" u="none" cap="none" strike="noStrike">
                <a:solidFill>
                  <a:schemeClr val="lt1"/>
                </a:solidFill>
                <a:latin typeface="Abril Fatface"/>
                <a:ea typeface="Abril Fatface"/>
                <a:cs typeface="Abril Fatface"/>
                <a:sym typeface="Abril Fatface"/>
              </a:defRPr>
            </a:lvl8pPr>
            <a:lvl9pPr indent="0" lvl="8" marL="0" algn="ctr">
              <a:spcBef>
                <a:spcPts val="0"/>
              </a:spcBef>
              <a:buNone/>
              <a:defRPr b="0" i="0" sz="1200" u="none" cap="none" strike="noStrike">
                <a:solidFill>
                  <a:schemeClr val="lt1"/>
                </a:solidFill>
                <a:latin typeface="Abril Fatface"/>
                <a:ea typeface="Abril Fatface"/>
                <a:cs typeface="Abril Fatface"/>
                <a:sym typeface="Abril Fatfac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spTree>
      <p:nvGrpSpPr>
        <p:cNvPr id="24" name="Shape 24"/>
        <p:cNvGrpSpPr/>
        <p:nvPr/>
      </p:nvGrpSpPr>
      <p:grpSpPr>
        <a:xfrm>
          <a:off x="0" y="0"/>
          <a:ext cx="0" cy="0"/>
          <a:chOff x="0" y="0"/>
          <a:chExt cx="0" cy="0"/>
        </a:xfrm>
      </p:grpSpPr>
      <p:sp>
        <p:nvSpPr>
          <p:cNvPr id="25" name="Google Shape;25;p13"/>
          <p:cNvSpPr/>
          <p:nvPr/>
        </p:nvSpPr>
        <p:spPr>
          <a:xfrm rot="5400000">
            <a:off x="-2992038" y="2992045"/>
            <a:ext cx="6858000" cy="873925"/>
          </a:xfrm>
          <a:prstGeom prst="rect">
            <a:avLst/>
          </a:prstGeom>
          <a:solidFill>
            <a:srgbClr val="0B40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 name="Google Shape;26;p13"/>
          <p:cNvSpPr/>
          <p:nvPr/>
        </p:nvSpPr>
        <p:spPr>
          <a:xfrm rot="10800000">
            <a:off x="1" y="0"/>
            <a:ext cx="1745673" cy="877824"/>
          </a:xfrm>
          <a:custGeom>
            <a:rect b="b" l="l" r="r" t="t"/>
            <a:pathLst>
              <a:path extrusionOk="0" h="2285974" w="4572000">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rgbClr val="87E1EB">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 name="Google Shape;27;p13"/>
          <p:cNvSpPr/>
          <p:nvPr/>
        </p:nvSpPr>
        <p:spPr>
          <a:xfrm>
            <a:off x="8991644" y="3657688"/>
            <a:ext cx="3200357" cy="3200320"/>
          </a:xfrm>
          <a:custGeom>
            <a:rect b="b" l="l" r="r" t="t"/>
            <a:pathLst>
              <a:path extrusionOk="0" h="3200320" w="3200357">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rgbClr val="0B40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 name="Google Shape;28;p13"/>
          <p:cNvSpPr txBox="1"/>
          <p:nvPr>
            <p:ph type="title"/>
          </p:nvPr>
        </p:nvSpPr>
        <p:spPr>
          <a:xfrm>
            <a:off x="1381748" y="246183"/>
            <a:ext cx="9525000" cy="191952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16069"/>
              </a:buClr>
              <a:buSzPts val="3600"/>
              <a:buFont typeface="Abril Fatface"/>
              <a:buNone/>
              <a:defRPr sz="3600">
                <a:solidFill>
                  <a:srgbClr val="11606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0"/>
              </a:spcBef>
              <a:spcAft>
                <a:spcPts val="0"/>
              </a:spcAft>
              <a:buClr>
                <a:schemeClr val="dk1"/>
              </a:buClr>
              <a:buSzPts val="1800"/>
              <a:buChar char="•"/>
              <a:defRPr sz="1800"/>
            </a:lvl1pPr>
            <a:lvl2pPr indent="-330200" lvl="1" marL="914400" algn="l">
              <a:lnSpc>
                <a:spcPct val="120000"/>
              </a:lnSpc>
              <a:spcBef>
                <a:spcPts val="600"/>
              </a:spcBef>
              <a:spcAft>
                <a:spcPts val="0"/>
              </a:spcAft>
              <a:buClr>
                <a:schemeClr val="dk1"/>
              </a:buClr>
              <a:buSzPts val="1600"/>
              <a:buChar char="•"/>
              <a:defRPr sz="1600"/>
            </a:lvl2pPr>
            <a:lvl3pPr indent="-317500" lvl="2" marL="1371600" algn="l">
              <a:lnSpc>
                <a:spcPct val="120000"/>
              </a:lnSpc>
              <a:spcBef>
                <a:spcPts val="600"/>
              </a:spcBef>
              <a:spcAft>
                <a:spcPts val="0"/>
              </a:spcAft>
              <a:buClr>
                <a:schemeClr val="dk1"/>
              </a:buClr>
              <a:buSzPts val="1400"/>
              <a:buChar char="•"/>
              <a:defRPr sz="1400"/>
            </a:lvl3pPr>
            <a:lvl4pPr indent="-304800" lvl="3" marL="1828800" algn="l">
              <a:lnSpc>
                <a:spcPct val="120000"/>
              </a:lnSpc>
              <a:spcBef>
                <a:spcPts val="600"/>
              </a:spcBef>
              <a:spcAft>
                <a:spcPts val="0"/>
              </a:spcAft>
              <a:buClr>
                <a:schemeClr val="dk1"/>
              </a:buClr>
              <a:buSzPts val="1200"/>
              <a:buChar char="•"/>
              <a:defRPr sz="1200"/>
            </a:lvl4pPr>
            <a:lvl5pPr indent="-304800" lvl="4" marL="2286000" algn="l">
              <a:lnSpc>
                <a:spcPct val="120000"/>
              </a:lnSpc>
              <a:spcBef>
                <a:spcPts val="600"/>
              </a:spcBef>
              <a:spcAft>
                <a:spcPts val="0"/>
              </a:spcAft>
              <a:buClr>
                <a:schemeClr val="dk1"/>
              </a:buClr>
              <a:buSzPts val="1200"/>
              <a:buChar char="•"/>
              <a:defRPr sz="12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3"/>
          <p:cNvSpPr txBox="1"/>
          <p:nvPr>
            <p:ph idx="12" type="sldNum"/>
          </p:nvPr>
        </p:nvSpPr>
        <p:spPr>
          <a:xfrm>
            <a:off x="10896600" y="5983104"/>
            <a:ext cx="1295400" cy="87489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200" u="none" cap="none" strike="noStrike">
                <a:solidFill>
                  <a:srgbClr val="FFFFFF"/>
                </a:solidFill>
                <a:latin typeface="Abril Fatface"/>
                <a:ea typeface="Abril Fatface"/>
                <a:cs typeface="Abril Fatface"/>
                <a:sym typeface="Abril Fatface"/>
              </a:defRPr>
            </a:lvl1pPr>
            <a:lvl2pPr indent="0" lvl="1" marL="0" algn="ctr">
              <a:spcBef>
                <a:spcPts val="0"/>
              </a:spcBef>
              <a:buNone/>
              <a:defRPr b="0" i="0" sz="1200" u="none" cap="none" strike="noStrike">
                <a:solidFill>
                  <a:srgbClr val="FFFFFF"/>
                </a:solidFill>
                <a:latin typeface="Abril Fatface"/>
                <a:ea typeface="Abril Fatface"/>
                <a:cs typeface="Abril Fatface"/>
                <a:sym typeface="Abril Fatface"/>
              </a:defRPr>
            </a:lvl2pPr>
            <a:lvl3pPr indent="0" lvl="2" marL="0" algn="ctr">
              <a:spcBef>
                <a:spcPts val="0"/>
              </a:spcBef>
              <a:buNone/>
              <a:defRPr b="0" i="0" sz="1200" u="none" cap="none" strike="noStrike">
                <a:solidFill>
                  <a:srgbClr val="FFFFFF"/>
                </a:solidFill>
                <a:latin typeface="Abril Fatface"/>
                <a:ea typeface="Abril Fatface"/>
                <a:cs typeface="Abril Fatface"/>
                <a:sym typeface="Abril Fatface"/>
              </a:defRPr>
            </a:lvl3pPr>
            <a:lvl4pPr indent="0" lvl="3" marL="0" algn="ctr">
              <a:spcBef>
                <a:spcPts val="0"/>
              </a:spcBef>
              <a:buNone/>
              <a:defRPr b="0" i="0" sz="1200" u="none" cap="none" strike="noStrike">
                <a:solidFill>
                  <a:srgbClr val="FFFFFF"/>
                </a:solidFill>
                <a:latin typeface="Abril Fatface"/>
                <a:ea typeface="Abril Fatface"/>
                <a:cs typeface="Abril Fatface"/>
                <a:sym typeface="Abril Fatface"/>
              </a:defRPr>
            </a:lvl4pPr>
            <a:lvl5pPr indent="0" lvl="4" marL="0" algn="ctr">
              <a:spcBef>
                <a:spcPts val="0"/>
              </a:spcBef>
              <a:buNone/>
              <a:defRPr b="0" i="0" sz="1200" u="none" cap="none" strike="noStrike">
                <a:solidFill>
                  <a:srgbClr val="FFFFFF"/>
                </a:solidFill>
                <a:latin typeface="Abril Fatface"/>
                <a:ea typeface="Abril Fatface"/>
                <a:cs typeface="Abril Fatface"/>
                <a:sym typeface="Abril Fatface"/>
              </a:defRPr>
            </a:lvl5pPr>
            <a:lvl6pPr indent="0" lvl="5" marL="0" algn="ctr">
              <a:spcBef>
                <a:spcPts val="0"/>
              </a:spcBef>
              <a:buNone/>
              <a:defRPr b="0" i="0" sz="1200" u="none" cap="none" strike="noStrike">
                <a:solidFill>
                  <a:srgbClr val="FFFFFF"/>
                </a:solidFill>
                <a:latin typeface="Abril Fatface"/>
                <a:ea typeface="Abril Fatface"/>
                <a:cs typeface="Abril Fatface"/>
                <a:sym typeface="Abril Fatface"/>
              </a:defRPr>
            </a:lvl6pPr>
            <a:lvl7pPr indent="0" lvl="6" marL="0" algn="ctr">
              <a:spcBef>
                <a:spcPts val="0"/>
              </a:spcBef>
              <a:buNone/>
              <a:defRPr b="0" i="0" sz="1200" u="none" cap="none" strike="noStrike">
                <a:solidFill>
                  <a:srgbClr val="FFFFFF"/>
                </a:solidFill>
                <a:latin typeface="Abril Fatface"/>
                <a:ea typeface="Abril Fatface"/>
                <a:cs typeface="Abril Fatface"/>
                <a:sym typeface="Abril Fatface"/>
              </a:defRPr>
            </a:lvl7pPr>
            <a:lvl8pPr indent="0" lvl="7" marL="0" algn="ctr">
              <a:spcBef>
                <a:spcPts val="0"/>
              </a:spcBef>
              <a:buNone/>
              <a:defRPr b="0" i="0" sz="1200" u="none" cap="none" strike="noStrike">
                <a:solidFill>
                  <a:srgbClr val="FFFFFF"/>
                </a:solidFill>
                <a:latin typeface="Abril Fatface"/>
                <a:ea typeface="Abril Fatface"/>
                <a:cs typeface="Abril Fatface"/>
                <a:sym typeface="Abril Fatface"/>
              </a:defRPr>
            </a:lvl8pPr>
            <a:lvl9pPr indent="0" lvl="8" marL="0" algn="ctr">
              <a:spcBef>
                <a:spcPts val="0"/>
              </a:spcBef>
              <a:buNone/>
              <a:defRPr b="0" i="0" sz="1200" u="none" cap="none" strike="noStrike">
                <a:solidFill>
                  <a:srgbClr val="FFFFFF"/>
                </a:solidFill>
                <a:latin typeface="Abril Fatface"/>
                <a:ea typeface="Abril Fatface"/>
                <a:cs typeface="Abril Fatface"/>
                <a:sym typeface="Abril Fatfac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14"/>
          <p:cNvSpPr txBox="1"/>
          <p:nvPr>
            <p:ph type="ctrTitle"/>
          </p:nvPr>
        </p:nvSpPr>
        <p:spPr>
          <a:xfrm>
            <a:off x="1249326" y="919716"/>
            <a:ext cx="8504275" cy="355127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2"/>
              </a:buClr>
              <a:buSzPts val="5400"/>
              <a:buFont typeface="Abril Fatface"/>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 type="subTitle"/>
          </p:nvPr>
        </p:nvSpPr>
        <p:spPr>
          <a:xfrm>
            <a:off x="1249326" y="4795284"/>
            <a:ext cx="8504275" cy="108452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SzPts val="1600"/>
              <a:buNone/>
              <a:defRPr b="1" sz="1600" cap="none"/>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14"/>
          <p:cNvSpPr txBox="1"/>
          <p:nvPr>
            <p:ph idx="10" type="dt"/>
          </p:nvPr>
        </p:nvSpPr>
        <p:spPr>
          <a:xfrm>
            <a:off x="8964706" y="6433202"/>
            <a:ext cx="2426446"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
          <p:cNvSpPr txBox="1"/>
          <p:nvPr>
            <p:ph idx="12" type="sldNum"/>
          </p:nvPr>
        </p:nvSpPr>
        <p:spPr>
          <a:xfrm>
            <a:off x="11391152" y="6433203"/>
            <a:ext cx="702781"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15"/>
          <p:cNvSpPr txBox="1"/>
          <p:nvPr>
            <p:ph type="title"/>
          </p:nvPr>
        </p:nvSpPr>
        <p:spPr>
          <a:xfrm>
            <a:off x="905256" y="590668"/>
            <a:ext cx="9914859" cy="132900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2"/>
              </a:buClr>
              <a:buSzPts val="4000"/>
              <a:buFont typeface="Abril Fatfac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 type="body"/>
          </p:nvPr>
        </p:nvSpPr>
        <p:spPr>
          <a:xfrm>
            <a:off x="914400" y="1919673"/>
            <a:ext cx="9914860" cy="4123318"/>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1000"/>
              </a:spcBef>
              <a:spcAft>
                <a:spcPts val="0"/>
              </a:spcAft>
              <a:buSzPts val="2000"/>
              <a:buChar char="•"/>
              <a:defRPr sz="2000"/>
            </a:lvl1pPr>
            <a:lvl2pPr indent="-342900" lvl="1" marL="914400" algn="l">
              <a:lnSpc>
                <a:spcPct val="120000"/>
              </a:lnSpc>
              <a:spcBef>
                <a:spcPts val="500"/>
              </a:spcBef>
              <a:spcAft>
                <a:spcPts val="0"/>
              </a:spcAft>
              <a:buSzPts val="1800"/>
              <a:buChar char="•"/>
              <a:defRPr sz="1800"/>
            </a:lvl2pPr>
            <a:lvl3pPr indent="-330200" lvl="2" marL="1371600" algn="l">
              <a:lnSpc>
                <a:spcPct val="120000"/>
              </a:lnSpc>
              <a:spcBef>
                <a:spcPts val="500"/>
              </a:spcBef>
              <a:spcAft>
                <a:spcPts val="0"/>
              </a:spcAft>
              <a:buSzPts val="1600"/>
              <a:buChar char="•"/>
              <a:defRPr sz="1600"/>
            </a:lvl3pPr>
            <a:lvl4pPr indent="-317500" lvl="3" marL="1828800" algn="l">
              <a:lnSpc>
                <a:spcPct val="120000"/>
              </a:lnSpc>
              <a:spcBef>
                <a:spcPts val="500"/>
              </a:spcBef>
              <a:spcAft>
                <a:spcPts val="0"/>
              </a:spcAft>
              <a:buSzPts val="1400"/>
              <a:buChar char="•"/>
              <a:defRPr sz="1400"/>
            </a:lvl4pPr>
            <a:lvl5pPr indent="-317500" lvl="4" marL="2286000" algn="l">
              <a:lnSpc>
                <a:spcPct val="120000"/>
              </a:lnSpc>
              <a:spcBef>
                <a:spcPts val="500"/>
              </a:spcBef>
              <a:spcAft>
                <a:spcPts val="0"/>
              </a:spcAft>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10" type="dt"/>
          </p:nvPr>
        </p:nvSpPr>
        <p:spPr>
          <a:xfrm>
            <a:off x="9323285" y="6434524"/>
            <a:ext cx="206786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5"/>
          <p:cNvSpPr txBox="1"/>
          <p:nvPr>
            <p:ph idx="11" type="ftr"/>
          </p:nvPr>
        </p:nvSpPr>
        <p:spPr>
          <a:xfrm>
            <a:off x="173736" y="6437376"/>
            <a:ext cx="37759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5"/>
          <p:cNvSpPr txBox="1"/>
          <p:nvPr>
            <p:ph idx="12" type="sldNum"/>
          </p:nvPr>
        </p:nvSpPr>
        <p:spPr>
          <a:xfrm>
            <a:off x="11391152" y="6434524"/>
            <a:ext cx="69326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2000">
                <a:solidFill>
                  <a:schemeClr val="lt1"/>
                </a:solidFill>
                <a:latin typeface="Abril Fatface"/>
                <a:ea typeface="Abril Fatface"/>
                <a:cs typeface="Abril Fatface"/>
                <a:sym typeface="Abril Fatface"/>
              </a:defRPr>
            </a:lvl1pPr>
            <a:lvl2pPr indent="0" lvl="1" marL="0" algn="r">
              <a:spcBef>
                <a:spcPts val="0"/>
              </a:spcBef>
              <a:buNone/>
              <a:defRPr sz="2000">
                <a:solidFill>
                  <a:schemeClr val="lt1"/>
                </a:solidFill>
                <a:latin typeface="Abril Fatface"/>
                <a:ea typeface="Abril Fatface"/>
                <a:cs typeface="Abril Fatface"/>
                <a:sym typeface="Abril Fatface"/>
              </a:defRPr>
            </a:lvl2pPr>
            <a:lvl3pPr indent="0" lvl="2" marL="0" algn="r">
              <a:spcBef>
                <a:spcPts val="0"/>
              </a:spcBef>
              <a:buNone/>
              <a:defRPr sz="2000">
                <a:solidFill>
                  <a:schemeClr val="lt1"/>
                </a:solidFill>
                <a:latin typeface="Abril Fatface"/>
                <a:ea typeface="Abril Fatface"/>
                <a:cs typeface="Abril Fatface"/>
                <a:sym typeface="Abril Fatface"/>
              </a:defRPr>
            </a:lvl3pPr>
            <a:lvl4pPr indent="0" lvl="3" marL="0" algn="r">
              <a:spcBef>
                <a:spcPts val="0"/>
              </a:spcBef>
              <a:buNone/>
              <a:defRPr sz="2000">
                <a:solidFill>
                  <a:schemeClr val="lt1"/>
                </a:solidFill>
                <a:latin typeface="Abril Fatface"/>
                <a:ea typeface="Abril Fatface"/>
                <a:cs typeface="Abril Fatface"/>
                <a:sym typeface="Abril Fatface"/>
              </a:defRPr>
            </a:lvl4pPr>
            <a:lvl5pPr indent="0" lvl="4" marL="0" algn="r">
              <a:spcBef>
                <a:spcPts val="0"/>
              </a:spcBef>
              <a:buNone/>
              <a:defRPr sz="2000">
                <a:solidFill>
                  <a:schemeClr val="lt1"/>
                </a:solidFill>
                <a:latin typeface="Abril Fatface"/>
                <a:ea typeface="Abril Fatface"/>
                <a:cs typeface="Abril Fatface"/>
                <a:sym typeface="Abril Fatface"/>
              </a:defRPr>
            </a:lvl5pPr>
            <a:lvl6pPr indent="0" lvl="5" marL="0" algn="r">
              <a:spcBef>
                <a:spcPts val="0"/>
              </a:spcBef>
              <a:buNone/>
              <a:defRPr sz="2000">
                <a:solidFill>
                  <a:schemeClr val="lt1"/>
                </a:solidFill>
                <a:latin typeface="Abril Fatface"/>
                <a:ea typeface="Abril Fatface"/>
                <a:cs typeface="Abril Fatface"/>
                <a:sym typeface="Abril Fatface"/>
              </a:defRPr>
            </a:lvl6pPr>
            <a:lvl7pPr indent="0" lvl="6" marL="0" algn="r">
              <a:spcBef>
                <a:spcPts val="0"/>
              </a:spcBef>
              <a:buNone/>
              <a:defRPr sz="2000">
                <a:solidFill>
                  <a:schemeClr val="lt1"/>
                </a:solidFill>
                <a:latin typeface="Abril Fatface"/>
                <a:ea typeface="Abril Fatface"/>
                <a:cs typeface="Abril Fatface"/>
                <a:sym typeface="Abril Fatface"/>
              </a:defRPr>
            </a:lvl7pPr>
            <a:lvl8pPr indent="0" lvl="7" marL="0" algn="r">
              <a:spcBef>
                <a:spcPts val="0"/>
              </a:spcBef>
              <a:buNone/>
              <a:defRPr sz="2000">
                <a:solidFill>
                  <a:schemeClr val="lt1"/>
                </a:solidFill>
                <a:latin typeface="Abril Fatface"/>
                <a:ea typeface="Abril Fatface"/>
                <a:cs typeface="Abril Fatface"/>
                <a:sym typeface="Abril Fatface"/>
              </a:defRPr>
            </a:lvl8pPr>
            <a:lvl9pPr indent="0" lvl="8" marL="0" algn="r">
              <a:spcBef>
                <a:spcPts val="0"/>
              </a:spcBef>
              <a:buNone/>
              <a:defRPr sz="2000">
                <a:solidFill>
                  <a:schemeClr val="lt1"/>
                </a:solidFill>
                <a:latin typeface="Abril Fatface"/>
                <a:ea typeface="Abril Fatface"/>
                <a:cs typeface="Abril Fatface"/>
                <a:sym typeface="Abril Fatfac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16"/>
          <p:cNvSpPr txBox="1"/>
          <p:nvPr>
            <p:ph type="title"/>
          </p:nvPr>
        </p:nvSpPr>
        <p:spPr>
          <a:xfrm>
            <a:off x="1524000" y="1320800"/>
            <a:ext cx="9144000" cy="309581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5400"/>
              <a:buFont typeface="Abril Fatface"/>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6"/>
          <p:cNvSpPr txBox="1"/>
          <p:nvPr>
            <p:ph idx="1" type="body"/>
          </p:nvPr>
        </p:nvSpPr>
        <p:spPr>
          <a:xfrm>
            <a:off x="1523999" y="4589463"/>
            <a:ext cx="9144001"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2400"/>
              <a:buNone/>
              <a:defRPr sz="2400">
                <a:solidFill>
                  <a:srgbClr val="888888"/>
                </a:solidFill>
              </a:defRPr>
            </a:lvl1pPr>
            <a:lvl2pPr indent="-228600" lvl="1" marL="914400" algn="l">
              <a:lnSpc>
                <a:spcPct val="120000"/>
              </a:lnSpc>
              <a:spcBef>
                <a:spcPts val="500"/>
              </a:spcBef>
              <a:spcAft>
                <a:spcPts val="0"/>
              </a:spcAft>
              <a:buSzPts val="2000"/>
              <a:buNone/>
              <a:defRPr sz="20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6" name="Google Shape;46;p16"/>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17"/>
          <p:cNvSpPr txBox="1"/>
          <p:nvPr>
            <p:ph type="title"/>
          </p:nvPr>
        </p:nvSpPr>
        <p:spPr>
          <a:xfrm>
            <a:off x="908775" y="590372"/>
            <a:ext cx="10202248" cy="132589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 type="body"/>
          </p:nvPr>
        </p:nvSpPr>
        <p:spPr>
          <a:xfrm>
            <a:off x="1408813" y="2163725"/>
            <a:ext cx="4610986" cy="401323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7"/>
          <p:cNvSpPr txBox="1"/>
          <p:nvPr>
            <p:ph idx="2" type="body"/>
          </p:nvPr>
        </p:nvSpPr>
        <p:spPr>
          <a:xfrm>
            <a:off x="6257260" y="2163725"/>
            <a:ext cx="4853763" cy="40132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7"/>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7"/>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7"/>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SzPts val="1800"/>
              <a:buNone/>
              <a:defRPr b="1" sz="1800" cap="none"/>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18"/>
          <p:cNvSpPr txBox="1"/>
          <p:nvPr>
            <p:ph idx="2" type="body"/>
          </p:nvPr>
        </p:nvSpPr>
        <p:spPr>
          <a:xfrm>
            <a:off x="839788" y="2635623"/>
            <a:ext cx="5157787" cy="3554039"/>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SzPts val="2400"/>
              <a:buChar char="•"/>
              <a:defRPr sz="2400"/>
            </a:lvl1pPr>
            <a:lvl2pPr indent="-355600" lvl="1" marL="914400" algn="l">
              <a:lnSpc>
                <a:spcPct val="120000"/>
              </a:lnSpc>
              <a:spcBef>
                <a:spcPts val="500"/>
              </a:spcBef>
              <a:spcAft>
                <a:spcPts val="0"/>
              </a:spcAft>
              <a:buSzPts val="2000"/>
              <a:buChar char="•"/>
              <a:defRPr sz="2000"/>
            </a:lvl2pPr>
            <a:lvl3pPr indent="-342900" lvl="2" marL="1371600" algn="l">
              <a:lnSpc>
                <a:spcPct val="120000"/>
              </a:lnSpc>
              <a:spcBef>
                <a:spcPts val="500"/>
              </a:spcBef>
              <a:spcAft>
                <a:spcPts val="0"/>
              </a:spcAft>
              <a:buSzPts val="1800"/>
              <a:buChar char="•"/>
              <a:defRPr sz="1800"/>
            </a:lvl3pPr>
            <a:lvl4pPr indent="-330200" lvl="3" marL="1828800" algn="l">
              <a:lnSpc>
                <a:spcPct val="120000"/>
              </a:lnSpc>
              <a:spcBef>
                <a:spcPts val="500"/>
              </a:spcBef>
              <a:spcAft>
                <a:spcPts val="0"/>
              </a:spcAft>
              <a:buSzPts val="1600"/>
              <a:buChar char="•"/>
              <a:defRPr sz="1600"/>
            </a:lvl4pPr>
            <a:lvl5pPr indent="-330200" lvl="4" marL="2286000" algn="l">
              <a:lnSpc>
                <a:spcPct val="120000"/>
              </a:lnSpc>
              <a:spcBef>
                <a:spcPts val="500"/>
              </a:spcBef>
              <a:spcAft>
                <a:spcPts val="0"/>
              </a:spcAft>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SzPts val="1800"/>
              <a:buNone/>
              <a:defRPr b="1" sz="1800" cap="none"/>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8"/>
          <p:cNvSpPr txBox="1"/>
          <p:nvPr>
            <p:ph idx="4" type="body"/>
          </p:nvPr>
        </p:nvSpPr>
        <p:spPr>
          <a:xfrm>
            <a:off x="6172200" y="2635623"/>
            <a:ext cx="5183188" cy="3554040"/>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SzPts val="2400"/>
              <a:buChar char="•"/>
              <a:defRPr sz="2400"/>
            </a:lvl1pPr>
            <a:lvl2pPr indent="-355600" lvl="1" marL="914400" algn="l">
              <a:lnSpc>
                <a:spcPct val="120000"/>
              </a:lnSpc>
              <a:spcBef>
                <a:spcPts val="500"/>
              </a:spcBef>
              <a:spcAft>
                <a:spcPts val="0"/>
              </a:spcAft>
              <a:buSzPts val="2000"/>
              <a:buChar char="•"/>
              <a:defRPr sz="2000"/>
            </a:lvl2pPr>
            <a:lvl3pPr indent="-342900" lvl="2" marL="1371600" algn="l">
              <a:lnSpc>
                <a:spcPct val="120000"/>
              </a:lnSpc>
              <a:spcBef>
                <a:spcPts val="500"/>
              </a:spcBef>
              <a:spcAft>
                <a:spcPts val="0"/>
              </a:spcAft>
              <a:buSzPts val="1800"/>
              <a:buChar char="•"/>
              <a:defRPr sz="1800"/>
            </a:lvl3pPr>
            <a:lvl4pPr indent="-330200" lvl="3" marL="1828800" algn="l">
              <a:lnSpc>
                <a:spcPct val="120000"/>
              </a:lnSpc>
              <a:spcBef>
                <a:spcPts val="500"/>
              </a:spcBef>
              <a:spcAft>
                <a:spcPts val="0"/>
              </a:spcAft>
              <a:buSzPts val="1600"/>
              <a:buChar char="•"/>
              <a:defRPr sz="1600"/>
            </a:lvl4pPr>
            <a:lvl5pPr indent="-330200" lvl="4" marL="2286000" algn="l">
              <a:lnSpc>
                <a:spcPct val="120000"/>
              </a:lnSpc>
              <a:spcBef>
                <a:spcPts val="500"/>
              </a:spcBef>
              <a:spcAft>
                <a:spcPts val="0"/>
              </a:spcAft>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8"/>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8"/>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8"/>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9"/>
          <p:cNvSpPr txBox="1"/>
          <p:nvPr>
            <p:ph type="title"/>
          </p:nvPr>
        </p:nvSpPr>
        <p:spPr>
          <a:xfrm>
            <a:off x="908775" y="590372"/>
            <a:ext cx="10202248" cy="132589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9"/>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9"/>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9"/>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20"/>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3200"/>
              <a:buFont typeface="Abril Fatfac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20000"/>
              </a:lnSpc>
              <a:spcBef>
                <a:spcPts val="1000"/>
              </a:spcBef>
              <a:spcAft>
                <a:spcPts val="0"/>
              </a:spcAft>
              <a:buSzPts val="3200"/>
              <a:buChar char="•"/>
              <a:defRPr sz="3200"/>
            </a:lvl1pPr>
            <a:lvl2pPr indent="-406400" lvl="1" marL="914400" algn="l">
              <a:lnSpc>
                <a:spcPct val="120000"/>
              </a:lnSpc>
              <a:spcBef>
                <a:spcPts val="500"/>
              </a:spcBef>
              <a:spcAft>
                <a:spcPts val="0"/>
              </a:spcAft>
              <a:buSzPts val="2800"/>
              <a:buChar char="•"/>
              <a:defRPr sz="2800"/>
            </a:lvl2pPr>
            <a:lvl3pPr indent="-381000" lvl="2" marL="1371600" algn="l">
              <a:lnSpc>
                <a:spcPct val="120000"/>
              </a:lnSpc>
              <a:spcBef>
                <a:spcPts val="500"/>
              </a:spcBef>
              <a:spcAft>
                <a:spcPts val="0"/>
              </a:spcAft>
              <a:buSzPts val="2400"/>
              <a:buChar char="•"/>
              <a:defRPr sz="2400"/>
            </a:lvl3pPr>
            <a:lvl4pPr indent="-355600" lvl="3" marL="1828800" algn="l">
              <a:lnSpc>
                <a:spcPct val="120000"/>
              </a:lnSpc>
              <a:spcBef>
                <a:spcPts val="500"/>
              </a:spcBef>
              <a:spcAft>
                <a:spcPts val="0"/>
              </a:spcAft>
              <a:buSzPts val="2000"/>
              <a:buChar char="•"/>
              <a:defRPr sz="2000"/>
            </a:lvl4pPr>
            <a:lvl5pPr indent="-355600" lvl="4" marL="2286000" algn="l">
              <a:lnSpc>
                <a:spcPct val="12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7" name="Google Shape;7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21"/>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1"/>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2"/>
              </a:buClr>
              <a:buSzPts val="3200"/>
              <a:buFont typeface="Abril Fatfac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2"/>
          <p:cNvSpPr/>
          <p:nvPr>
            <p:ph idx="2" type="pic"/>
          </p:nvPr>
        </p:nvSpPr>
        <p:spPr>
          <a:xfrm>
            <a:off x="5183188" y="987425"/>
            <a:ext cx="6172200" cy="4873625"/>
          </a:xfrm>
          <a:prstGeom prst="rect">
            <a:avLst/>
          </a:prstGeom>
          <a:noFill/>
          <a:ln>
            <a:noFill/>
          </a:ln>
        </p:spPr>
      </p:sp>
      <p:sp>
        <p:nvSpPr>
          <p:cNvPr id="84" name="Google Shape;8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22"/>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2"/>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2"/>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23"/>
          <p:cNvSpPr txBox="1"/>
          <p:nvPr>
            <p:ph type="title"/>
          </p:nvPr>
        </p:nvSpPr>
        <p:spPr>
          <a:xfrm>
            <a:off x="908775" y="590372"/>
            <a:ext cx="10202248" cy="132589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3"/>
          <p:cNvSpPr txBox="1"/>
          <p:nvPr>
            <p:ph idx="1" type="body"/>
          </p:nvPr>
        </p:nvSpPr>
        <p:spPr>
          <a:xfrm rot="5400000">
            <a:off x="3948184" y="-1113097"/>
            <a:ext cx="4133481" cy="1019219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23"/>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3"/>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3"/>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24"/>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1"/>
          <p:cNvSpPr/>
          <p:nvPr/>
        </p:nvSpPr>
        <p:spPr>
          <a:xfrm>
            <a:off x="8844703" y="3732560"/>
            <a:ext cx="3352193" cy="3125440"/>
          </a:xfrm>
          <a:custGeom>
            <a:rect b="b" l="l" r="r" t="t"/>
            <a:pathLst>
              <a:path extrusionOk="0" h="3125440" w="3352193">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11"/>
          <p:cNvSpPr txBox="1"/>
          <p:nvPr>
            <p:ph idx="11" type="ftr"/>
          </p:nvPr>
        </p:nvSpPr>
        <p:spPr>
          <a:xfrm>
            <a:off x="175613" y="6434560"/>
            <a:ext cx="34280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accent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 name="Google Shape;12;p11"/>
          <p:cNvSpPr txBox="1"/>
          <p:nvPr>
            <p:ph type="title"/>
          </p:nvPr>
        </p:nvSpPr>
        <p:spPr>
          <a:xfrm>
            <a:off x="908775" y="590372"/>
            <a:ext cx="10202248" cy="132589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2"/>
              </a:buClr>
              <a:buSzPts val="4000"/>
              <a:buFont typeface="Abril Fatface"/>
              <a:buNone/>
              <a:defRPr b="0" i="0" sz="4000" u="none" cap="none" strike="noStrike">
                <a:solidFill>
                  <a:schemeClr val="accent2"/>
                </a:solidFill>
                <a:latin typeface="Abril Fatface"/>
                <a:ea typeface="Abril Fatface"/>
                <a:cs typeface="Abril Fatface"/>
                <a:sym typeface="Abril Fatfac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1"/>
          <p:cNvSpPr txBox="1"/>
          <p:nvPr>
            <p:ph idx="1" type="body"/>
          </p:nvPr>
        </p:nvSpPr>
        <p:spPr>
          <a:xfrm>
            <a:off x="918825" y="1916262"/>
            <a:ext cx="10192198" cy="4133481"/>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5"/>
              </a:buClr>
              <a:buSzPts val="2000"/>
              <a:buFont typeface="Arial"/>
              <a:buChar char="•"/>
              <a:defRPr b="0" i="0" sz="2000" u="none" cap="none" strike="noStrike">
                <a:solidFill>
                  <a:schemeClr val="dk2"/>
                </a:solidFill>
                <a:latin typeface="Arial"/>
                <a:ea typeface="Arial"/>
                <a:cs typeface="Arial"/>
                <a:sym typeface="Arial"/>
              </a:defRPr>
            </a:lvl1pPr>
            <a:lvl2pPr indent="-342900" lvl="1" marL="914400" marR="0" rtl="0" algn="l">
              <a:lnSpc>
                <a:spcPct val="120000"/>
              </a:lnSpc>
              <a:spcBef>
                <a:spcPts val="500"/>
              </a:spcBef>
              <a:spcAft>
                <a:spcPts val="0"/>
              </a:spcAft>
              <a:buClr>
                <a:schemeClr val="accent5"/>
              </a:buClr>
              <a:buSzPts val="1800"/>
              <a:buFont typeface="Arial"/>
              <a:buChar char="•"/>
              <a:defRPr b="0" i="0" sz="1800" u="none" cap="none" strike="noStrike">
                <a:solidFill>
                  <a:schemeClr val="dk2"/>
                </a:solidFill>
                <a:latin typeface="Arial"/>
                <a:ea typeface="Arial"/>
                <a:cs typeface="Arial"/>
                <a:sym typeface="Arial"/>
              </a:defRPr>
            </a:lvl2pPr>
            <a:lvl3pPr indent="-330200" lvl="2" marL="1371600" marR="0" rtl="0" algn="l">
              <a:lnSpc>
                <a:spcPct val="120000"/>
              </a:lnSpc>
              <a:spcBef>
                <a:spcPts val="500"/>
              </a:spcBef>
              <a:spcAft>
                <a:spcPts val="0"/>
              </a:spcAft>
              <a:buClr>
                <a:schemeClr val="accent5"/>
              </a:buClr>
              <a:buSzPts val="1600"/>
              <a:buFont typeface="Arial"/>
              <a:buChar char="•"/>
              <a:defRPr b="0" i="0" sz="1600" u="none" cap="none" strike="noStrike">
                <a:solidFill>
                  <a:schemeClr val="dk2"/>
                </a:solidFill>
                <a:latin typeface="Arial"/>
                <a:ea typeface="Arial"/>
                <a:cs typeface="Arial"/>
                <a:sym typeface="Arial"/>
              </a:defRPr>
            </a:lvl3pPr>
            <a:lvl4pPr indent="-317500" lvl="3" marL="1828800" marR="0" rtl="0" algn="l">
              <a:lnSpc>
                <a:spcPct val="120000"/>
              </a:lnSpc>
              <a:spcBef>
                <a:spcPts val="500"/>
              </a:spcBef>
              <a:spcAft>
                <a:spcPts val="0"/>
              </a:spcAft>
              <a:buClr>
                <a:schemeClr val="accent5"/>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20000"/>
              </a:lnSpc>
              <a:spcBef>
                <a:spcPts val="500"/>
              </a:spcBef>
              <a:spcAft>
                <a:spcPts val="0"/>
              </a:spcAft>
              <a:buClr>
                <a:schemeClr val="accent5"/>
              </a:buClr>
              <a:buSzPts val="1400"/>
              <a:buFont typeface="Arial"/>
              <a:buChar char="•"/>
              <a:defRPr b="0" i="0" sz="14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0" type="dt"/>
          </p:nvPr>
        </p:nvSpPr>
        <p:spPr>
          <a:xfrm>
            <a:off x="9017000" y="6433202"/>
            <a:ext cx="2374150" cy="36784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1"/>
          <p:cNvSpPr txBox="1"/>
          <p:nvPr>
            <p:ph idx="12" type="sldNum"/>
          </p:nvPr>
        </p:nvSpPr>
        <p:spPr>
          <a:xfrm>
            <a:off x="11391150" y="6433203"/>
            <a:ext cx="693263" cy="36784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FFFFF"/>
                </a:solidFill>
                <a:latin typeface="Abril Fatface"/>
                <a:ea typeface="Abril Fatface"/>
                <a:cs typeface="Abril Fatface"/>
                <a:sym typeface="Abril Fatface"/>
              </a:defRPr>
            </a:lvl1pPr>
            <a:lvl2pPr indent="0" lvl="1" marL="0" marR="0" rtl="0" algn="r">
              <a:spcBef>
                <a:spcPts val="0"/>
              </a:spcBef>
              <a:buNone/>
              <a:defRPr b="0" i="0" sz="2000" u="none" cap="none" strike="noStrike">
                <a:solidFill>
                  <a:srgbClr val="FFFFFF"/>
                </a:solidFill>
                <a:latin typeface="Abril Fatface"/>
                <a:ea typeface="Abril Fatface"/>
                <a:cs typeface="Abril Fatface"/>
                <a:sym typeface="Abril Fatface"/>
              </a:defRPr>
            </a:lvl2pPr>
            <a:lvl3pPr indent="0" lvl="2" marL="0" marR="0" rtl="0" algn="r">
              <a:spcBef>
                <a:spcPts val="0"/>
              </a:spcBef>
              <a:buNone/>
              <a:defRPr b="0" i="0" sz="2000" u="none" cap="none" strike="noStrike">
                <a:solidFill>
                  <a:srgbClr val="FFFFFF"/>
                </a:solidFill>
                <a:latin typeface="Abril Fatface"/>
                <a:ea typeface="Abril Fatface"/>
                <a:cs typeface="Abril Fatface"/>
                <a:sym typeface="Abril Fatface"/>
              </a:defRPr>
            </a:lvl3pPr>
            <a:lvl4pPr indent="0" lvl="3" marL="0" marR="0" rtl="0" algn="r">
              <a:spcBef>
                <a:spcPts val="0"/>
              </a:spcBef>
              <a:buNone/>
              <a:defRPr b="0" i="0" sz="2000" u="none" cap="none" strike="noStrike">
                <a:solidFill>
                  <a:srgbClr val="FFFFFF"/>
                </a:solidFill>
                <a:latin typeface="Abril Fatface"/>
                <a:ea typeface="Abril Fatface"/>
                <a:cs typeface="Abril Fatface"/>
                <a:sym typeface="Abril Fatface"/>
              </a:defRPr>
            </a:lvl4pPr>
            <a:lvl5pPr indent="0" lvl="4" marL="0" marR="0" rtl="0" algn="r">
              <a:spcBef>
                <a:spcPts val="0"/>
              </a:spcBef>
              <a:buNone/>
              <a:defRPr b="0" i="0" sz="2000" u="none" cap="none" strike="noStrike">
                <a:solidFill>
                  <a:srgbClr val="FFFFFF"/>
                </a:solidFill>
                <a:latin typeface="Abril Fatface"/>
                <a:ea typeface="Abril Fatface"/>
                <a:cs typeface="Abril Fatface"/>
                <a:sym typeface="Abril Fatface"/>
              </a:defRPr>
            </a:lvl5pPr>
            <a:lvl6pPr indent="0" lvl="5" marL="0" marR="0" rtl="0" algn="r">
              <a:spcBef>
                <a:spcPts val="0"/>
              </a:spcBef>
              <a:buNone/>
              <a:defRPr b="0" i="0" sz="2000" u="none" cap="none" strike="noStrike">
                <a:solidFill>
                  <a:srgbClr val="FFFFFF"/>
                </a:solidFill>
                <a:latin typeface="Abril Fatface"/>
                <a:ea typeface="Abril Fatface"/>
                <a:cs typeface="Abril Fatface"/>
                <a:sym typeface="Abril Fatface"/>
              </a:defRPr>
            </a:lvl6pPr>
            <a:lvl7pPr indent="0" lvl="6" marL="0" marR="0" rtl="0" algn="r">
              <a:spcBef>
                <a:spcPts val="0"/>
              </a:spcBef>
              <a:buNone/>
              <a:defRPr b="0" i="0" sz="2000" u="none" cap="none" strike="noStrike">
                <a:solidFill>
                  <a:srgbClr val="FFFFFF"/>
                </a:solidFill>
                <a:latin typeface="Abril Fatface"/>
                <a:ea typeface="Abril Fatface"/>
                <a:cs typeface="Abril Fatface"/>
                <a:sym typeface="Abril Fatface"/>
              </a:defRPr>
            </a:lvl7pPr>
            <a:lvl8pPr indent="0" lvl="7" marL="0" marR="0" rtl="0" algn="r">
              <a:spcBef>
                <a:spcPts val="0"/>
              </a:spcBef>
              <a:buNone/>
              <a:defRPr b="0" i="0" sz="2000" u="none" cap="none" strike="noStrike">
                <a:solidFill>
                  <a:srgbClr val="FFFFFF"/>
                </a:solidFill>
                <a:latin typeface="Abril Fatface"/>
                <a:ea typeface="Abril Fatface"/>
                <a:cs typeface="Abril Fatface"/>
                <a:sym typeface="Abril Fatface"/>
              </a:defRPr>
            </a:lvl8pPr>
            <a:lvl9pPr indent="0" lvl="8" marL="0" marR="0" rtl="0" algn="r">
              <a:spcBef>
                <a:spcPts val="0"/>
              </a:spcBef>
              <a:buNone/>
              <a:defRPr b="0" i="0" sz="2000" u="none" cap="none" strike="noStrike">
                <a:solidFill>
                  <a:srgbClr val="FFFFFF"/>
                </a:solidFill>
                <a:latin typeface="Abril Fatface"/>
                <a:ea typeface="Abril Fatface"/>
                <a:cs typeface="Abril Fatface"/>
                <a:sym typeface="Abril Fatface"/>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6" pos="4416">
          <p15:clr>
            <a:srgbClr val="F26B43"/>
          </p15:clr>
        </p15:guide>
        <p15:guide id="7" pos="5568">
          <p15:clr>
            <a:srgbClr val="F26B43"/>
          </p15:clr>
        </p15:guide>
        <p15:guide id="8" pos="7296">
          <p15:clr>
            <a:srgbClr val="F26B43"/>
          </p15:clr>
        </p15:guide>
        <p15:guide id="9" pos="2688">
          <p15:clr>
            <a:srgbClr val="F26B43"/>
          </p15:clr>
        </p15:guide>
        <p15:guide id="10" pos="1536">
          <p15:clr>
            <a:srgbClr val="F26B43"/>
          </p15:clr>
        </p15:guide>
        <p15:guide id="11" pos="384">
          <p15:clr>
            <a:srgbClr val="F26B43"/>
          </p15:clr>
        </p15:guide>
        <p15:guide id="12" pos="2112">
          <p15:clr>
            <a:srgbClr val="F26B43"/>
          </p15:clr>
        </p15:guide>
        <p15:guide id="13" pos="4992">
          <p15:clr>
            <a:srgbClr val="F26B43"/>
          </p15:clr>
        </p15:guide>
        <p15:guide id="14" pos="6720">
          <p15:clr>
            <a:srgbClr val="F26B43"/>
          </p15:clr>
        </p15:guide>
        <p15:guide id="15" pos="960">
          <p15:clr>
            <a:srgbClr val="F26B43"/>
          </p15:clr>
        </p15:guide>
        <p15:guide id="16" pos="3264">
          <p15:clr>
            <a:srgbClr val="F26B43"/>
          </p15:clr>
        </p15:guide>
        <p15:guide id="17" orient="horz" pos="1008">
          <p15:clr>
            <a:srgbClr val="F26B43"/>
          </p15:clr>
        </p15:guide>
        <p15:guide id="18" orient="horz" pos="3888">
          <p15:clr>
            <a:srgbClr val="F26B43"/>
          </p15:clr>
        </p15:guide>
        <p15:guide id="19" pos="6144">
          <p15:clr>
            <a:srgbClr val="F26B43"/>
          </p15:clr>
        </p15:guide>
        <p15:guide id="20" orient="horz" pos="1584">
          <p15:clr>
            <a:srgbClr val="F26B43"/>
          </p15:clr>
        </p15:guide>
        <p15:guide id="21" pos="576">
          <p15:clr>
            <a:srgbClr val="F26B43"/>
          </p15:clr>
        </p15:guide>
        <p15:guide id="22" pos="7104">
          <p15:clr>
            <a:srgbClr val="F26B43"/>
          </p15:clr>
        </p15:guide>
        <p15:guide id="23" pos="768">
          <p15:clr>
            <a:srgbClr val="F26B43"/>
          </p15:clr>
        </p15:guide>
        <p15:guide id="24" pos="6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cdc logo png black (1).png" id="105" name="Google Shape;105;p1"/>
          <p:cNvPicPr preferRelativeResize="0"/>
          <p:nvPr/>
        </p:nvPicPr>
        <p:blipFill rotWithShape="1">
          <a:blip r:embed="rId3">
            <a:alphaModFix/>
          </a:blip>
          <a:srcRect b="0" l="0" r="0" t="0"/>
          <a:stretch/>
        </p:blipFill>
        <p:spPr>
          <a:xfrm>
            <a:off x="9363456" y="85343"/>
            <a:ext cx="2761488" cy="1340041"/>
          </a:xfrm>
          <a:prstGeom prst="rect">
            <a:avLst/>
          </a:prstGeom>
          <a:noFill/>
          <a:ln>
            <a:noFill/>
          </a:ln>
        </p:spPr>
      </p:pic>
      <p:sp>
        <p:nvSpPr>
          <p:cNvPr id="106" name="Google Shape;106;p1"/>
          <p:cNvSpPr/>
          <p:nvPr/>
        </p:nvSpPr>
        <p:spPr>
          <a:xfrm>
            <a:off x="914400" y="1444752"/>
            <a:ext cx="9464040" cy="3724096"/>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1" lang="en-IN" sz="5400">
                <a:solidFill>
                  <a:schemeClr val="dk1"/>
                </a:solidFill>
                <a:latin typeface="Calibri"/>
                <a:ea typeface="Calibri"/>
                <a:cs typeface="Calibri"/>
                <a:sym typeface="Calibri"/>
              </a:rPr>
              <a:t>Reading Skills</a:t>
            </a:r>
            <a:r>
              <a:rPr b="1" i="0" lang="en-IN" sz="5400" u="none" cap="none" strike="noStrike">
                <a:solidFill>
                  <a:schemeClr val="dk1"/>
                </a:solidFill>
                <a:latin typeface="Calibri"/>
                <a:ea typeface="Calibri"/>
                <a:cs typeface="Calibri"/>
                <a:sym typeface="Calibri"/>
              </a:rPr>
              <a:t>  </a:t>
            </a:r>
            <a:endParaRPr b="1" i="0" sz="5400" u="none" cap="none" strike="noStrike">
              <a:solidFill>
                <a:schemeClr val="dk1"/>
              </a:solidFill>
              <a:latin typeface="Calibri"/>
              <a:ea typeface="Calibri"/>
              <a:cs typeface="Calibri"/>
              <a:sym typeface="Calibri"/>
            </a:endParaRPr>
          </a:p>
          <a:p>
            <a:pPr indent="0" lvl="0" marL="0" marR="0" rtl="0" algn="ctr">
              <a:lnSpc>
                <a:spcPct val="200000"/>
              </a:lnSpc>
              <a:spcBef>
                <a:spcPts val="0"/>
              </a:spcBef>
              <a:spcAft>
                <a:spcPts val="0"/>
              </a:spcAft>
              <a:buNone/>
            </a:pPr>
            <a:r>
              <a:rPr b="1" i="0" lang="en-IN" sz="3200" u="none" cap="none" strike="noStrike">
                <a:solidFill>
                  <a:schemeClr val="dk1"/>
                </a:solidFill>
                <a:latin typeface="Calibri"/>
                <a:ea typeface="Calibri"/>
                <a:cs typeface="Calibri"/>
                <a:sym typeface="Calibri"/>
              </a:rPr>
              <a:t>S</a:t>
            </a:r>
            <a:r>
              <a:rPr b="1" lang="en-IN" sz="3200">
                <a:solidFill>
                  <a:schemeClr val="dk1"/>
                </a:solidFill>
                <a:latin typeface="Calibri"/>
                <a:ea typeface="Calibri"/>
                <a:cs typeface="Calibri"/>
                <a:sym typeface="Calibri"/>
              </a:rPr>
              <a:t>emester 4 - Professional Grooming and Personality Development (303193252)</a:t>
            </a:r>
            <a:endParaRPr b="1" sz="3200">
              <a:solidFill>
                <a:schemeClr val="dk1"/>
              </a:solidFill>
              <a:latin typeface="Calibri"/>
              <a:ea typeface="Calibri"/>
              <a:cs typeface="Calibri"/>
              <a:sym typeface="Calibri"/>
            </a:endParaRPr>
          </a:p>
          <a:p>
            <a:pPr indent="0" lvl="0" marL="0" marR="0" rtl="0" algn="ctr">
              <a:lnSpc>
                <a:spcPct val="200000"/>
              </a:lnSpc>
              <a:spcBef>
                <a:spcPts val="0"/>
              </a:spcBef>
              <a:spcAft>
                <a:spcPts val="0"/>
              </a:spcAft>
              <a:buNone/>
            </a:pPr>
            <a:r>
              <a:t/>
            </a:r>
            <a:endParaRPr b="1" sz="3200">
              <a:solidFill>
                <a:schemeClr val="dk1"/>
              </a:solidFill>
              <a:latin typeface="Calibri"/>
              <a:ea typeface="Calibri"/>
              <a:cs typeface="Calibri"/>
              <a:sym typeface="Calibri"/>
            </a:endParaRPr>
          </a:p>
          <a:p>
            <a:pPr indent="0" lvl="0" marL="0" marR="0" rtl="0" algn="ctr">
              <a:lnSpc>
                <a:spcPct val="200000"/>
              </a:lnSpc>
              <a:spcBef>
                <a:spcPts val="0"/>
              </a:spcBef>
              <a:spcAft>
                <a:spcPts val="0"/>
              </a:spcAft>
              <a:buNone/>
            </a:pPr>
            <a:r>
              <a:t/>
            </a:r>
            <a:endParaRPr b="1" i="0" sz="3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1800"/>
              <a:buNone/>
            </a:pPr>
            <a:r>
              <a:rPr lang="en-IN"/>
              <a:t> </a:t>
            </a:r>
            <a:endParaRPr/>
          </a:p>
          <a:p>
            <a:pPr indent="-114300" lvl="0" marL="228600" rtl="0" algn="l">
              <a:lnSpc>
                <a:spcPct val="120000"/>
              </a:lnSpc>
              <a:spcBef>
                <a:spcPts val="600"/>
              </a:spcBef>
              <a:spcAft>
                <a:spcPts val="0"/>
              </a:spcAft>
              <a:buClr>
                <a:schemeClr val="dk1"/>
              </a:buClr>
              <a:buSzPts val="1800"/>
              <a:buNone/>
            </a:pPr>
            <a:r>
              <a:t/>
            </a:r>
            <a:endParaRPr/>
          </a:p>
          <a:p>
            <a:pPr indent="-114300" lvl="0" marL="228600" rtl="0" algn="l">
              <a:lnSpc>
                <a:spcPct val="120000"/>
              </a:lnSpc>
              <a:spcBef>
                <a:spcPts val="600"/>
              </a:spcBef>
              <a:spcAft>
                <a:spcPts val="0"/>
              </a:spcAft>
              <a:buClr>
                <a:schemeClr val="dk1"/>
              </a:buClr>
              <a:buSzPts val="1800"/>
              <a:buNone/>
            </a:pPr>
            <a:r>
              <a:t/>
            </a:r>
            <a:endParaRPr/>
          </a:p>
        </p:txBody>
      </p:sp>
      <p:pic>
        <p:nvPicPr>
          <p:cNvPr descr="cdc logo png black (1).png" id="113" name="Google Shape;113;p2"/>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14" name="Google Shape;114;p2"/>
          <p:cNvSpPr/>
          <p:nvPr/>
        </p:nvSpPr>
        <p:spPr>
          <a:xfrm>
            <a:off x="1510934" y="192024"/>
            <a:ext cx="561224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4800" u="none" cap="none" strike="noStrike">
                <a:solidFill>
                  <a:schemeClr val="dk1"/>
                </a:solidFill>
                <a:latin typeface="Calibri"/>
                <a:ea typeface="Calibri"/>
                <a:cs typeface="Calibri"/>
                <a:sym typeface="Calibri"/>
              </a:rPr>
              <a:t>Learning Objectives</a:t>
            </a:r>
            <a:endParaRPr sz="4800">
              <a:solidFill>
                <a:schemeClr val="dk1"/>
              </a:solidFill>
              <a:latin typeface="Arial"/>
              <a:ea typeface="Arial"/>
              <a:cs typeface="Arial"/>
              <a:sym typeface="Arial"/>
            </a:endParaRPr>
          </a:p>
        </p:txBody>
      </p:sp>
      <p:cxnSp>
        <p:nvCxnSpPr>
          <p:cNvPr id="115" name="Google Shape;115;p2"/>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
        <p:nvSpPr>
          <p:cNvPr id="116" name="Google Shape;116;p2"/>
          <p:cNvSpPr txBox="1"/>
          <p:nvPr/>
        </p:nvSpPr>
        <p:spPr>
          <a:xfrm>
            <a:off x="1636776" y="1874520"/>
            <a:ext cx="9217200" cy="4300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IN" sz="2800">
                <a:solidFill>
                  <a:schemeClr val="dk1"/>
                </a:solidFill>
                <a:latin typeface="Calibri"/>
                <a:ea typeface="Calibri"/>
                <a:cs typeface="Calibri"/>
                <a:sym typeface="Calibri"/>
              </a:rPr>
              <a:t>By the end of this session, students will be able to:</a:t>
            </a:r>
            <a:endParaRPr sz="28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IN" sz="2800">
                <a:solidFill>
                  <a:schemeClr val="dk1"/>
                </a:solidFill>
                <a:latin typeface="Calibri"/>
                <a:ea typeface="Calibri"/>
                <a:cs typeface="Calibri"/>
                <a:sym typeface="Calibri"/>
              </a:rPr>
              <a:t>Understand the meaning and importance of reading comprehension.</a:t>
            </a:r>
            <a:endParaRPr sz="28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IN" sz="2800">
                <a:solidFill>
                  <a:schemeClr val="dk1"/>
                </a:solidFill>
                <a:latin typeface="Calibri"/>
                <a:ea typeface="Calibri"/>
                <a:cs typeface="Calibri"/>
                <a:sym typeface="Calibri"/>
              </a:rPr>
              <a:t>Identify different types of reading techniques.</a:t>
            </a:r>
            <a:endParaRPr sz="28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IN" sz="2800">
                <a:solidFill>
                  <a:schemeClr val="dk1"/>
                </a:solidFill>
                <a:latin typeface="Calibri"/>
                <a:ea typeface="Calibri"/>
                <a:cs typeface="Calibri"/>
                <a:sym typeface="Calibri"/>
              </a:rPr>
              <a:t>Recognize barriers to effective reading.</a:t>
            </a:r>
            <a:endParaRPr sz="28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IN" sz="2800">
                <a:solidFill>
                  <a:schemeClr val="dk1"/>
                </a:solidFill>
                <a:latin typeface="Calibri"/>
                <a:ea typeface="Calibri"/>
                <a:cs typeface="Calibri"/>
                <a:sym typeface="Calibri"/>
              </a:rPr>
              <a:t>Apply strategies to comprehend a given passage.</a:t>
            </a:r>
            <a:endParaRPr sz="28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IN" sz="2800">
                <a:solidFill>
                  <a:schemeClr val="dk1"/>
                </a:solidFill>
                <a:latin typeface="Calibri"/>
                <a:ea typeface="Calibri"/>
                <a:cs typeface="Calibri"/>
                <a:sym typeface="Calibri"/>
              </a:rPr>
              <a:t>Practice tips to improve reading fluency and retention.</a:t>
            </a:r>
            <a:endParaRPr sz="2800">
              <a:solidFill>
                <a:schemeClr val="dk1"/>
              </a:solidFill>
              <a:latin typeface="Calibri"/>
              <a:ea typeface="Calibri"/>
              <a:cs typeface="Calibri"/>
              <a:sym typeface="Calibri"/>
            </a:endParaRPr>
          </a:p>
          <a:p>
            <a:pPr indent="0" lvl="0" marL="0" marR="0" rtl="0" algn="just">
              <a:spcBef>
                <a:spcPts val="1200"/>
              </a:spcBef>
              <a:spcAft>
                <a:spcPts val="0"/>
              </a:spcAft>
              <a:buNone/>
            </a:pPr>
            <a:r>
              <a:rPr lang="en-IN"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1800"/>
              <a:buNone/>
            </a:pPr>
            <a:r>
              <a:rPr lang="en-IN"/>
              <a:t> </a:t>
            </a:r>
            <a:endParaRPr/>
          </a:p>
          <a:p>
            <a:pPr indent="-114300" lvl="0" marL="228600" rtl="0" algn="l">
              <a:lnSpc>
                <a:spcPct val="120000"/>
              </a:lnSpc>
              <a:spcBef>
                <a:spcPts val="600"/>
              </a:spcBef>
              <a:spcAft>
                <a:spcPts val="0"/>
              </a:spcAft>
              <a:buClr>
                <a:schemeClr val="dk1"/>
              </a:buClr>
              <a:buSzPts val="1800"/>
              <a:buNone/>
            </a:pPr>
            <a:r>
              <a:t/>
            </a:r>
            <a:endParaRPr/>
          </a:p>
          <a:p>
            <a:pPr indent="-114300" lvl="0" marL="228600" rtl="0" algn="l">
              <a:lnSpc>
                <a:spcPct val="120000"/>
              </a:lnSpc>
              <a:spcBef>
                <a:spcPts val="600"/>
              </a:spcBef>
              <a:spcAft>
                <a:spcPts val="0"/>
              </a:spcAft>
              <a:buClr>
                <a:schemeClr val="dk1"/>
              </a:buClr>
              <a:buSzPts val="1800"/>
              <a:buNone/>
            </a:pPr>
            <a:r>
              <a:t/>
            </a:r>
            <a:endParaRPr/>
          </a:p>
        </p:txBody>
      </p:sp>
      <p:pic>
        <p:nvPicPr>
          <p:cNvPr descr="cdc logo png black (1).png" id="123" name="Google Shape;123;p3"/>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24" name="Google Shape;124;p3"/>
          <p:cNvSpPr/>
          <p:nvPr/>
        </p:nvSpPr>
        <p:spPr>
          <a:xfrm>
            <a:off x="1510934" y="201168"/>
            <a:ext cx="60054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Topics to be Covered </a:t>
            </a:r>
            <a:endParaRPr sz="4800">
              <a:solidFill>
                <a:schemeClr val="dk1"/>
              </a:solidFill>
              <a:latin typeface="Arial"/>
              <a:ea typeface="Arial"/>
              <a:cs typeface="Arial"/>
              <a:sym typeface="Arial"/>
            </a:endParaRPr>
          </a:p>
        </p:txBody>
      </p:sp>
      <p:cxnSp>
        <p:nvCxnSpPr>
          <p:cNvPr id="125" name="Google Shape;125;p3"/>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
        <p:nvSpPr>
          <p:cNvPr id="126" name="Google Shape;126;p3"/>
          <p:cNvSpPr txBox="1"/>
          <p:nvPr/>
        </p:nvSpPr>
        <p:spPr>
          <a:xfrm>
            <a:off x="1728216" y="2020824"/>
            <a:ext cx="9500700" cy="4642200"/>
          </a:xfrm>
          <a:prstGeom prst="rect">
            <a:avLst/>
          </a:prstGeom>
          <a:noFill/>
          <a:ln>
            <a:noFill/>
          </a:ln>
        </p:spPr>
        <p:txBody>
          <a:bodyPr anchorCtr="0" anchor="t" bIns="45700" lIns="91425" spcFirstLastPara="1" rIns="91425" wrap="square" tIns="45700">
            <a:spAutoFit/>
          </a:bodyPr>
          <a:lstStyle/>
          <a:p>
            <a:pPr indent="-406400" lvl="0" marL="457200" rtl="0" algn="l">
              <a:lnSpc>
                <a:spcPct val="115000"/>
              </a:lnSpc>
              <a:spcBef>
                <a:spcPts val="120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Meaning of Reading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Types of Reading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Barriers to Effective Reading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Essentials of Effective Reading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Tips for Effective Reading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Strategies for Comprehension</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n-IN" sz="2800">
                <a:solidFill>
                  <a:schemeClr val="dk1"/>
                </a:solidFill>
                <a:latin typeface="Calibri"/>
                <a:ea typeface="Calibri"/>
                <a:cs typeface="Calibri"/>
                <a:sym typeface="Calibri"/>
              </a:rPr>
              <a:t>Activity</a:t>
            </a:r>
            <a:br>
              <a:rPr lang="en-IN"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a:p>
            <a:pPr indent="-228600" lvl="0" marL="342900" marR="0" rtl="0" algn="l">
              <a:spcBef>
                <a:spcPts val="1200"/>
              </a:spcBef>
              <a:spcAft>
                <a:spcPts val="0"/>
              </a:spcAft>
              <a:buClr>
                <a:schemeClr val="dk1"/>
              </a:buClr>
              <a:buSzPts val="1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idx="1" type="body"/>
          </p:nvPr>
        </p:nvSpPr>
        <p:spPr>
          <a:xfrm>
            <a:off x="1371600" y="1481329"/>
            <a:ext cx="9525000" cy="348386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IN" sz="2800">
                <a:solidFill>
                  <a:schemeClr val="dk1"/>
                </a:solidFill>
                <a:latin typeface="Calibri"/>
                <a:ea typeface="Calibri"/>
                <a:cs typeface="Calibri"/>
                <a:sym typeface="Calibri"/>
              </a:rPr>
              <a:t>Reading is the process of interpreting written symbols to derive meaning.</a:t>
            </a:r>
            <a:endParaRPr sz="2800">
              <a:solidFill>
                <a:schemeClr val="dk1"/>
              </a:solidFill>
              <a:latin typeface="Calibri"/>
              <a:ea typeface="Calibri"/>
              <a:cs typeface="Calibri"/>
              <a:sym typeface="Calibri"/>
            </a:endParaRPr>
          </a:p>
          <a:p>
            <a:pPr indent="0" lvl="0" marL="0" rtl="0" algn="l">
              <a:spcBef>
                <a:spcPts val="600"/>
              </a:spcBef>
              <a:spcAft>
                <a:spcPts val="0"/>
              </a:spcAft>
              <a:buClr>
                <a:schemeClr val="dk1"/>
              </a:buClr>
              <a:buSzPts val="1100"/>
              <a:buFont typeface="Arial"/>
              <a:buNone/>
            </a:pPr>
            <a:r>
              <a:rPr lang="en-IN" sz="2800">
                <a:solidFill>
                  <a:schemeClr val="dk1"/>
                </a:solidFill>
                <a:latin typeface="Calibri"/>
                <a:ea typeface="Calibri"/>
                <a:cs typeface="Calibri"/>
                <a:sym typeface="Calibri"/>
              </a:rPr>
              <a:t>It is an active skill that requires attention and comprehension.</a:t>
            </a:r>
            <a:endParaRPr sz="2800">
              <a:solidFill>
                <a:schemeClr val="dk1"/>
              </a:solidFill>
              <a:latin typeface="Calibri"/>
              <a:ea typeface="Calibri"/>
              <a:cs typeface="Calibri"/>
              <a:sym typeface="Calibri"/>
            </a:endParaRPr>
          </a:p>
          <a:p>
            <a:pPr indent="0" lvl="0" marL="0" rtl="0" algn="l">
              <a:spcBef>
                <a:spcPts val="600"/>
              </a:spcBef>
              <a:spcAft>
                <a:spcPts val="600"/>
              </a:spcAft>
              <a:buNone/>
            </a:pP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Reading a newspaper headline and understanding its implication in context.</a:t>
            </a:r>
            <a:endParaRPr sz="2800">
              <a:latin typeface="Calibri"/>
              <a:ea typeface="Calibri"/>
              <a:cs typeface="Calibri"/>
              <a:sym typeface="Calibri"/>
            </a:endParaRPr>
          </a:p>
        </p:txBody>
      </p:sp>
      <p:pic>
        <p:nvPicPr>
          <p:cNvPr descr="cdc logo png black (1).png" id="133" name="Google Shape;133;p4"/>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34" name="Google Shape;134;p4"/>
          <p:cNvSpPr/>
          <p:nvPr/>
        </p:nvSpPr>
        <p:spPr>
          <a:xfrm>
            <a:off x="1510934" y="256032"/>
            <a:ext cx="352740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Introduction</a:t>
            </a:r>
            <a:endParaRPr b="1" sz="4800">
              <a:solidFill>
                <a:schemeClr val="dk1"/>
              </a:solidFill>
              <a:latin typeface="Calibri"/>
              <a:ea typeface="Calibri"/>
              <a:cs typeface="Calibri"/>
              <a:sym typeface="Calibri"/>
            </a:endParaRPr>
          </a:p>
        </p:txBody>
      </p:sp>
      <p:cxnSp>
        <p:nvCxnSpPr>
          <p:cNvPr id="135" name="Google Shape;135;p4"/>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idx="1" type="body"/>
          </p:nvPr>
        </p:nvSpPr>
        <p:spPr>
          <a:xfrm>
            <a:off x="1333500" y="1600197"/>
            <a:ext cx="9525000" cy="45840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Skimming</a:t>
            </a:r>
            <a:r>
              <a:rPr lang="en-IN" sz="2800">
                <a:solidFill>
                  <a:schemeClr val="dk1"/>
                </a:solidFill>
                <a:latin typeface="Calibri"/>
                <a:ea typeface="Calibri"/>
                <a:cs typeface="Calibri"/>
                <a:sym typeface="Calibri"/>
              </a:rPr>
              <a:t> – Quickly reading to get a general idea.</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 </a:t>
            </a: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Browsing a news article for the main story.</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Scanning</a:t>
            </a:r>
            <a:r>
              <a:rPr lang="en-IN" sz="2800">
                <a:solidFill>
                  <a:schemeClr val="dk1"/>
                </a:solidFill>
                <a:latin typeface="Calibri"/>
                <a:ea typeface="Calibri"/>
                <a:cs typeface="Calibri"/>
                <a:sym typeface="Calibri"/>
              </a:rPr>
              <a:t> – Searching for specific information.</a:t>
            </a:r>
            <a:br>
              <a:rPr lang="en-IN" sz="2800">
                <a:solidFill>
                  <a:schemeClr val="dk1"/>
                </a:solidFill>
                <a:latin typeface="Calibri"/>
                <a:ea typeface="Calibri"/>
                <a:cs typeface="Calibri"/>
                <a:sym typeface="Calibri"/>
              </a:rPr>
            </a:b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Looking for a train time in a timetable.</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Extensive Reading</a:t>
            </a:r>
            <a:r>
              <a:rPr lang="en-IN" sz="2800">
                <a:solidFill>
                  <a:schemeClr val="dk1"/>
                </a:solidFill>
                <a:latin typeface="Calibri"/>
                <a:ea typeface="Calibri"/>
                <a:cs typeface="Calibri"/>
                <a:sym typeface="Calibri"/>
              </a:rPr>
              <a:t> – For broad understanding of a subject.</a:t>
            </a:r>
            <a:br>
              <a:rPr lang="en-IN" sz="2800">
                <a:solidFill>
                  <a:schemeClr val="dk1"/>
                </a:solidFill>
                <a:latin typeface="Calibri"/>
                <a:ea typeface="Calibri"/>
                <a:cs typeface="Calibri"/>
                <a:sym typeface="Calibri"/>
              </a:rPr>
            </a:b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Reading a novel or magazine article.</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Intensive Reading</a:t>
            </a:r>
            <a:r>
              <a:rPr lang="en-IN" sz="2800">
                <a:solidFill>
                  <a:schemeClr val="dk1"/>
                </a:solidFill>
                <a:latin typeface="Calibri"/>
                <a:ea typeface="Calibri"/>
                <a:cs typeface="Calibri"/>
                <a:sym typeface="Calibri"/>
              </a:rPr>
              <a:t> – For detailed understanding.</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 </a:t>
            </a: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Studying a paragraph in a textbook for a quiz.</a:t>
            </a:r>
            <a:endParaRPr sz="2800">
              <a:solidFill>
                <a:schemeClr val="dk1"/>
              </a:solidFill>
              <a:latin typeface="Calibri"/>
              <a:ea typeface="Calibri"/>
              <a:cs typeface="Calibri"/>
              <a:sym typeface="Calibri"/>
            </a:endParaRPr>
          </a:p>
          <a:p>
            <a:pPr indent="-228600" lvl="0" marL="228600" rtl="0" algn="l">
              <a:lnSpc>
                <a:spcPct val="120000"/>
              </a:lnSpc>
              <a:spcBef>
                <a:spcPts val="0"/>
              </a:spcBef>
              <a:spcAft>
                <a:spcPts val="0"/>
              </a:spcAft>
              <a:buSzPts val="1800"/>
              <a:buNone/>
            </a:pPr>
            <a:r>
              <a:rPr lang="en-IN" sz="2800">
                <a:latin typeface="Calibri"/>
                <a:ea typeface="Calibri"/>
                <a:cs typeface="Calibri"/>
                <a:sym typeface="Calibri"/>
              </a:rPr>
              <a:t>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p:txBody>
      </p:sp>
      <p:pic>
        <p:nvPicPr>
          <p:cNvPr descr="cdc logo png black (1).png" id="142" name="Google Shape;142;p5"/>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43" name="Google Shape;143;p5"/>
          <p:cNvSpPr/>
          <p:nvPr/>
        </p:nvSpPr>
        <p:spPr>
          <a:xfrm>
            <a:off x="1510934" y="237744"/>
            <a:ext cx="467041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Types of Reading</a:t>
            </a:r>
            <a:endParaRPr b="1" sz="4800">
              <a:solidFill>
                <a:schemeClr val="dk1"/>
              </a:solidFill>
              <a:latin typeface="Calibri"/>
              <a:ea typeface="Calibri"/>
              <a:cs typeface="Calibri"/>
              <a:sym typeface="Calibri"/>
            </a:endParaRPr>
          </a:p>
        </p:txBody>
      </p:sp>
      <p:cxnSp>
        <p:nvCxnSpPr>
          <p:cNvPr id="144" name="Google Shape;144;p5"/>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5d46f24540_0_4"/>
          <p:cNvSpPr txBox="1"/>
          <p:nvPr>
            <p:ph idx="1" type="body"/>
          </p:nvPr>
        </p:nvSpPr>
        <p:spPr>
          <a:xfrm>
            <a:off x="1536200" y="1600208"/>
            <a:ext cx="9525000" cy="33180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100"/>
              <a:buFont typeface="Arial"/>
              <a:buNone/>
            </a:pPr>
            <a:r>
              <a:rPr lang="en-IN" sz="2800">
                <a:solidFill>
                  <a:schemeClr val="dk1"/>
                </a:solidFill>
                <a:latin typeface="Calibri"/>
                <a:ea typeface="Calibri"/>
                <a:cs typeface="Calibri"/>
                <a:sym typeface="Calibri"/>
              </a:rPr>
              <a:t>Lack of concentration</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lang="en-IN" sz="2800">
                <a:solidFill>
                  <a:schemeClr val="dk1"/>
                </a:solidFill>
                <a:latin typeface="Calibri"/>
                <a:ea typeface="Calibri"/>
                <a:cs typeface="Calibri"/>
                <a:sym typeface="Calibri"/>
              </a:rPr>
              <a:t>Eye fixation problems</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lang="en-IN" sz="2800">
                <a:solidFill>
                  <a:schemeClr val="dk1"/>
                </a:solidFill>
                <a:latin typeface="Calibri"/>
                <a:ea typeface="Calibri"/>
                <a:cs typeface="Calibri"/>
                <a:sym typeface="Calibri"/>
              </a:rPr>
              <a:t>Regression (rereading due to confusion)</a:t>
            </a:r>
            <a:endParaRPr sz="2800">
              <a:solidFill>
                <a:schemeClr val="dk1"/>
              </a:solidFill>
              <a:latin typeface="Calibri"/>
              <a:ea typeface="Calibri"/>
              <a:cs typeface="Calibri"/>
              <a:sym typeface="Calibri"/>
            </a:endParaRPr>
          </a:p>
          <a:p>
            <a:pPr indent="-228600" lvl="0" marL="228600" rtl="0" algn="l">
              <a:spcBef>
                <a:spcPts val="0"/>
              </a:spcBef>
              <a:spcAft>
                <a:spcPts val="0"/>
              </a:spcAft>
              <a:buSzPts val="1100"/>
              <a:buNone/>
            </a:pPr>
            <a:r>
              <a:rPr lang="en-IN" sz="2800">
                <a:solidFill>
                  <a:schemeClr val="dk1"/>
                </a:solidFill>
                <a:latin typeface="Calibri"/>
                <a:ea typeface="Calibri"/>
                <a:cs typeface="Calibri"/>
                <a:sym typeface="Calibri"/>
              </a:rPr>
              <a:t>Overuse of dictionaries</a:t>
            </a:r>
            <a:endParaRPr sz="280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100"/>
              <a:buFont typeface="Arial"/>
              <a:buNone/>
            </a:pP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Losing focus during exam prep and rereading the same line repeatedly.</a:t>
            </a:r>
            <a:endParaRPr sz="2800">
              <a:solidFill>
                <a:schemeClr val="dk1"/>
              </a:solidFill>
              <a:latin typeface="Calibri"/>
              <a:ea typeface="Calibri"/>
              <a:cs typeface="Calibri"/>
              <a:sym typeface="Calibri"/>
            </a:endParaRPr>
          </a:p>
          <a:p>
            <a:pPr indent="-228600" lvl="0" marL="228600" rtl="0" algn="l">
              <a:lnSpc>
                <a:spcPct val="120000"/>
              </a:lnSpc>
              <a:spcBef>
                <a:spcPts val="0"/>
              </a:spcBef>
              <a:spcAft>
                <a:spcPts val="0"/>
              </a:spcAft>
              <a:buSzPts val="1800"/>
              <a:buNone/>
            </a:pPr>
            <a:r>
              <a:rPr lang="en-IN" sz="2800">
                <a:latin typeface="Calibri"/>
                <a:ea typeface="Calibri"/>
                <a:cs typeface="Calibri"/>
                <a:sym typeface="Calibri"/>
              </a:rPr>
              <a:t>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p:txBody>
      </p:sp>
      <p:pic>
        <p:nvPicPr>
          <p:cNvPr descr="cdc logo png black (1).png" id="151" name="Google Shape;151;g35d46f24540_0_4"/>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52" name="Google Shape;152;g35d46f24540_0_4"/>
          <p:cNvSpPr/>
          <p:nvPr/>
        </p:nvSpPr>
        <p:spPr>
          <a:xfrm>
            <a:off x="1510918" y="237750"/>
            <a:ext cx="83811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Barriers to Effective Reading</a:t>
            </a:r>
            <a:endParaRPr b="1" sz="4800">
              <a:solidFill>
                <a:schemeClr val="dk1"/>
              </a:solidFill>
              <a:latin typeface="Calibri"/>
              <a:ea typeface="Calibri"/>
              <a:cs typeface="Calibri"/>
              <a:sym typeface="Calibri"/>
            </a:endParaRPr>
          </a:p>
        </p:txBody>
      </p:sp>
      <p:cxnSp>
        <p:nvCxnSpPr>
          <p:cNvPr id="153" name="Google Shape;153;g35d46f24540_0_4"/>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ph idx="1" type="body"/>
          </p:nvPr>
        </p:nvSpPr>
        <p:spPr>
          <a:xfrm>
            <a:off x="1371600" y="1728217"/>
            <a:ext cx="9525000" cy="3863692"/>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lang="en-IN" sz="2800">
                <a:solidFill>
                  <a:schemeClr val="dk1"/>
                </a:solidFill>
                <a:latin typeface="Calibri"/>
                <a:ea typeface="Calibri"/>
                <a:cs typeface="Calibri"/>
                <a:sym typeface="Calibri"/>
              </a:rPr>
              <a:t>Phonemic awareness: understanding sound units in words</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Phonics: connecting sounds with letters</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Fluency: smooth, accurate reading</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Vocabulary: knowing word meanings in context</a:t>
            </a:r>
            <a:br>
              <a:rPr lang="en-IN" sz="2800">
                <a:solidFill>
                  <a:schemeClr val="dk1"/>
                </a:solidFill>
                <a:latin typeface="Calibri"/>
                <a:ea typeface="Calibri"/>
                <a:cs typeface="Calibri"/>
                <a:sym typeface="Calibri"/>
              </a:rPr>
            </a:br>
            <a:r>
              <a:rPr i="1" lang="en-IN" sz="2800">
                <a:solidFill>
                  <a:schemeClr val="dk1"/>
                </a:solidFill>
                <a:latin typeface="Calibri"/>
                <a:ea typeface="Calibri"/>
                <a:cs typeface="Calibri"/>
                <a:sym typeface="Calibri"/>
              </a:rPr>
              <a:t>Tip</a:t>
            </a:r>
            <a:r>
              <a:rPr lang="en-IN" sz="2800">
                <a:solidFill>
                  <a:schemeClr val="dk1"/>
                </a:solidFill>
                <a:latin typeface="Calibri"/>
                <a:ea typeface="Calibri"/>
                <a:cs typeface="Calibri"/>
                <a:sym typeface="Calibri"/>
              </a:rPr>
              <a:t>: Build vocabulary by reading a variety of genres.</a:t>
            </a:r>
            <a:endParaRPr sz="2800">
              <a:solidFill>
                <a:schemeClr val="dk1"/>
              </a:solidFill>
              <a:latin typeface="Calibri"/>
              <a:ea typeface="Calibri"/>
              <a:cs typeface="Calibri"/>
              <a:sym typeface="Calibri"/>
            </a:endParaRPr>
          </a:p>
          <a:p>
            <a:pPr indent="-228600" lvl="0" marL="228600" rtl="0" algn="l">
              <a:lnSpc>
                <a:spcPct val="120000"/>
              </a:lnSpc>
              <a:spcBef>
                <a:spcPts val="600"/>
              </a:spcBef>
              <a:spcAft>
                <a:spcPts val="0"/>
              </a:spcAft>
              <a:buSzPts val="2800"/>
              <a:buNone/>
            </a:pPr>
            <a:r>
              <a:t/>
            </a:r>
            <a:endParaRPr sz="2800">
              <a:latin typeface="Calibri"/>
              <a:ea typeface="Calibri"/>
              <a:cs typeface="Calibri"/>
              <a:sym typeface="Calibri"/>
            </a:endParaRPr>
          </a:p>
        </p:txBody>
      </p:sp>
      <p:pic>
        <p:nvPicPr>
          <p:cNvPr descr="cdc logo png black (1).png" id="160" name="Google Shape;160;p6"/>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61" name="Google Shape;161;p6"/>
          <p:cNvSpPr/>
          <p:nvPr/>
        </p:nvSpPr>
        <p:spPr>
          <a:xfrm>
            <a:off x="1510934" y="137160"/>
            <a:ext cx="837373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Essentials of Effective Reading</a:t>
            </a:r>
            <a:endParaRPr b="1" sz="4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4800">
                <a:solidFill>
                  <a:schemeClr val="dk1"/>
                </a:solidFill>
                <a:latin typeface="Calibri"/>
                <a:ea typeface="Calibri"/>
                <a:cs typeface="Calibri"/>
                <a:sym typeface="Calibri"/>
              </a:rPr>
              <a:t> </a:t>
            </a:r>
            <a:endParaRPr sz="4800">
              <a:solidFill>
                <a:schemeClr val="dk1"/>
              </a:solidFill>
              <a:latin typeface="Arial"/>
              <a:ea typeface="Arial"/>
              <a:cs typeface="Arial"/>
              <a:sym typeface="Arial"/>
            </a:endParaRPr>
          </a:p>
        </p:txBody>
      </p:sp>
      <p:cxnSp>
        <p:nvCxnSpPr>
          <p:cNvPr id="162" name="Google Shape;162;p6"/>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5d46f24540_0_28"/>
          <p:cNvSpPr txBox="1"/>
          <p:nvPr>
            <p:ph idx="1" type="body"/>
          </p:nvPr>
        </p:nvSpPr>
        <p:spPr>
          <a:xfrm>
            <a:off x="1371600" y="1728217"/>
            <a:ext cx="9525000" cy="386370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lang="en-IN" sz="2800">
                <a:solidFill>
                  <a:schemeClr val="dk1"/>
                </a:solidFill>
                <a:latin typeface="Calibri"/>
                <a:ea typeface="Calibri"/>
                <a:cs typeface="Calibri"/>
                <a:sym typeface="Calibri"/>
              </a:rPr>
              <a:t>Develop a </a:t>
            </a:r>
            <a:r>
              <a:rPr b="1" lang="en-IN" sz="2800">
                <a:solidFill>
                  <a:schemeClr val="dk1"/>
                </a:solidFill>
                <a:latin typeface="Calibri"/>
                <a:ea typeface="Calibri"/>
                <a:cs typeface="Calibri"/>
                <a:sym typeface="Calibri"/>
              </a:rPr>
              <a:t>positive attitude</a:t>
            </a:r>
            <a:r>
              <a:rPr lang="en-IN" sz="2800">
                <a:solidFill>
                  <a:schemeClr val="dk1"/>
                </a:solidFill>
                <a:latin typeface="Calibri"/>
                <a:ea typeface="Calibri"/>
                <a:cs typeface="Calibri"/>
                <a:sym typeface="Calibri"/>
              </a:rPr>
              <a:t> toward reading.</a:t>
            </a:r>
            <a:br>
              <a:rPr lang="en-IN" sz="2800">
                <a:solidFill>
                  <a:schemeClr val="dk1"/>
                </a:solidFill>
                <a:latin typeface="Calibri"/>
                <a:ea typeface="Calibri"/>
                <a:cs typeface="Calibri"/>
                <a:sym typeface="Calibri"/>
              </a:rPr>
            </a:br>
            <a:r>
              <a:rPr b="1" lang="en-IN" sz="2800">
                <a:solidFill>
                  <a:schemeClr val="dk1"/>
                </a:solidFill>
                <a:latin typeface="Calibri"/>
                <a:ea typeface="Calibri"/>
                <a:cs typeface="Calibri"/>
                <a:sym typeface="Calibri"/>
              </a:rPr>
              <a:t>Underline or highlight</a:t>
            </a:r>
            <a:r>
              <a:rPr lang="en-IN" sz="2800">
                <a:solidFill>
                  <a:schemeClr val="dk1"/>
                </a:solidFill>
                <a:latin typeface="Calibri"/>
                <a:ea typeface="Calibri"/>
                <a:cs typeface="Calibri"/>
                <a:sym typeface="Calibri"/>
              </a:rPr>
              <a:t> key ideas.</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Use </a:t>
            </a:r>
            <a:r>
              <a:rPr b="1" lang="en-IN" sz="2800">
                <a:solidFill>
                  <a:schemeClr val="dk1"/>
                </a:solidFill>
                <a:latin typeface="Calibri"/>
                <a:ea typeface="Calibri"/>
                <a:cs typeface="Calibri"/>
                <a:sym typeface="Calibri"/>
              </a:rPr>
              <a:t>colored pens</a:t>
            </a:r>
            <a:r>
              <a:rPr lang="en-IN" sz="2800">
                <a:solidFill>
                  <a:schemeClr val="dk1"/>
                </a:solidFill>
                <a:latin typeface="Calibri"/>
                <a:ea typeface="Calibri"/>
                <a:cs typeface="Calibri"/>
                <a:sym typeface="Calibri"/>
              </a:rPr>
              <a:t> to code themes.</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Adjust reading speed based on material difficulty.</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Practice </a:t>
            </a:r>
            <a:r>
              <a:rPr b="1" lang="en-IN" sz="2800">
                <a:solidFill>
                  <a:schemeClr val="dk1"/>
                </a:solidFill>
                <a:latin typeface="Calibri"/>
                <a:ea typeface="Calibri"/>
                <a:cs typeface="Calibri"/>
                <a:sym typeface="Calibri"/>
              </a:rPr>
              <a:t>reading regularly</a:t>
            </a:r>
            <a:r>
              <a:rPr lang="en-IN" sz="2800">
                <a:solidFill>
                  <a:schemeClr val="dk1"/>
                </a:solidFill>
                <a:latin typeface="Calibri"/>
                <a:ea typeface="Calibri"/>
                <a:cs typeface="Calibri"/>
                <a:sym typeface="Calibri"/>
              </a:rPr>
              <a:t> to build stamina.</a:t>
            </a:r>
            <a:br>
              <a:rPr lang="en-IN" sz="2800">
                <a:solidFill>
                  <a:schemeClr val="dk1"/>
                </a:solidFill>
                <a:latin typeface="Calibri"/>
                <a:ea typeface="Calibri"/>
                <a:cs typeface="Calibri"/>
                <a:sym typeface="Calibri"/>
              </a:rPr>
            </a:b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Use sticky notes while reading textbooks to summarize paragraphs.</a:t>
            </a:r>
            <a:endParaRPr sz="2800">
              <a:solidFill>
                <a:schemeClr val="dk1"/>
              </a:solidFill>
              <a:latin typeface="Calibri"/>
              <a:ea typeface="Calibri"/>
              <a:cs typeface="Calibri"/>
              <a:sym typeface="Calibri"/>
            </a:endParaRPr>
          </a:p>
          <a:p>
            <a:pPr indent="0" lvl="0" marL="228600" rtl="0" algn="l">
              <a:lnSpc>
                <a:spcPct val="120000"/>
              </a:lnSpc>
              <a:spcBef>
                <a:spcPts val="600"/>
              </a:spcBef>
              <a:spcAft>
                <a:spcPts val="0"/>
              </a:spcAft>
              <a:buNone/>
            </a:pPr>
            <a:r>
              <a:t/>
            </a:r>
            <a:endParaRPr sz="2800">
              <a:latin typeface="Calibri"/>
              <a:ea typeface="Calibri"/>
              <a:cs typeface="Calibri"/>
              <a:sym typeface="Calibri"/>
            </a:endParaRPr>
          </a:p>
          <a:p>
            <a:pPr indent="-228600" lvl="0" marL="228600" rtl="0" algn="l">
              <a:lnSpc>
                <a:spcPct val="120000"/>
              </a:lnSpc>
              <a:spcBef>
                <a:spcPts val="600"/>
              </a:spcBef>
              <a:spcAft>
                <a:spcPts val="0"/>
              </a:spcAft>
              <a:buSzPts val="2800"/>
              <a:buNone/>
            </a:pPr>
            <a:r>
              <a:t/>
            </a:r>
            <a:endParaRPr sz="2800">
              <a:latin typeface="Calibri"/>
              <a:ea typeface="Calibri"/>
              <a:cs typeface="Calibri"/>
              <a:sym typeface="Calibri"/>
            </a:endParaRPr>
          </a:p>
        </p:txBody>
      </p:sp>
      <p:pic>
        <p:nvPicPr>
          <p:cNvPr descr="cdc logo png black (1).png" id="169" name="Google Shape;169;g35d46f24540_0_28"/>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70" name="Google Shape;170;g35d46f24540_0_28"/>
          <p:cNvSpPr/>
          <p:nvPr/>
        </p:nvSpPr>
        <p:spPr>
          <a:xfrm>
            <a:off x="1510934" y="137160"/>
            <a:ext cx="83736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Tips for Effective Reading</a:t>
            </a:r>
            <a:endParaRPr b="1" sz="4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4800">
                <a:solidFill>
                  <a:schemeClr val="dk1"/>
                </a:solidFill>
                <a:latin typeface="Calibri"/>
                <a:ea typeface="Calibri"/>
                <a:cs typeface="Calibri"/>
                <a:sym typeface="Calibri"/>
              </a:rPr>
              <a:t> </a:t>
            </a:r>
            <a:endParaRPr sz="4800">
              <a:solidFill>
                <a:schemeClr val="dk1"/>
              </a:solidFill>
              <a:latin typeface="Arial"/>
              <a:ea typeface="Arial"/>
              <a:cs typeface="Arial"/>
              <a:sym typeface="Arial"/>
            </a:endParaRPr>
          </a:p>
        </p:txBody>
      </p:sp>
      <p:cxnSp>
        <p:nvCxnSpPr>
          <p:cNvPr id="171" name="Google Shape;171;g35d46f24540_0_28"/>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5d46f24540_0_38"/>
          <p:cNvSpPr txBox="1"/>
          <p:nvPr>
            <p:ph idx="1" type="body"/>
          </p:nvPr>
        </p:nvSpPr>
        <p:spPr>
          <a:xfrm>
            <a:off x="1371600" y="1728227"/>
            <a:ext cx="9525000" cy="478830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Identify the central idea</a:t>
            </a:r>
            <a:endParaRPr b="1"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SzPts val="2800"/>
              <a:buFont typeface="Calibri"/>
              <a:buChar char="●"/>
            </a:pPr>
            <a:r>
              <a:rPr lang="en-IN" sz="2800">
                <a:solidFill>
                  <a:schemeClr val="dk1"/>
                </a:solidFill>
                <a:latin typeface="Calibri"/>
                <a:ea typeface="Calibri"/>
                <a:cs typeface="Calibri"/>
                <a:sym typeface="Calibri"/>
              </a:rPr>
              <a:t>Read openings and endings of paragraphs carefully.</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SzPts val="2800"/>
              <a:buFont typeface="Calibri"/>
              <a:buChar char="●"/>
            </a:pPr>
            <a:r>
              <a:rPr lang="en-IN" sz="2800">
                <a:solidFill>
                  <a:schemeClr val="dk1"/>
                </a:solidFill>
                <a:latin typeface="Calibri"/>
                <a:ea typeface="Calibri"/>
                <a:cs typeface="Calibri"/>
                <a:sym typeface="Calibri"/>
              </a:rPr>
              <a:t>Pay attention to linking words.</a:t>
            </a:r>
            <a:endParaRPr sz="28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Infer contextual meaning</a:t>
            </a:r>
            <a:endParaRPr b="1"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SzPts val="2800"/>
              <a:buFont typeface="Calibri"/>
              <a:buChar char="●"/>
            </a:pPr>
            <a:r>
              <a:rPr lang="en-IN" sz="2800">
                <a:solidFill>
                  <a:schemeClr val="dk1"/>
                </a:solidFill>
                <a:latin typeface="Calibri"/>
                <a:ea typeface="Calibri"/>
                <a:cs typeface="Calibri"/>
                <a:sym typeface="Calibri"/>
              </a:rPr>
              <a:t>Understand both literal and hidden meanings.</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SzPts val="2800"/>
              <a:buFont typeface="Calibri"/>
              <a:buChar char="●"/>
            </a:pPr>
            <a:r>
              <a:rPr lang="en-IN" sz="2800">
                <a:solidFill>
                  <a:schemeClr val="dk1"/>
                </a:solidFill>
                <a:latin typeface="Calibri"/>
                <a:ea typeface="Calibri"/>
                <a:cs typeface="Calibri"/>
                <a:sym typeface="Calibri"/>
              </a:rPr>
              <a:t>Use surrounding words to guess unfamiliar vocabulary. </a:t>
            </a: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In a passage, the word “grim” followed by "no one smiled" implies a serious mood.</a:t>
            </a:r>
            <a:endParaRPr sz="2800">
              <a:solidFill>
                <a:schemeClr val="dk1"/>
              </a:solidFill>
              <a:latin typeface="Calibri"/>
              <a:ea typeface="Calibri"/>
              <a:cs typeface="Calibri"/>
              <a:sym typeface="Calibri"/>
            </a:endParaRPr>
          </a:p>
          <a:p>
            <a:pPr indent="-228600" lvl="0" marL="228600" rtl="0" algn="l">
              <a:lnSpc>
                <a:spcPct val="120000"/>
              </a:lnSpc>
              <a:spcBef>
                <a:spcPts val="1200"/>
              </a:spcBef>
              <a:spcAft>
                <a:spcPts val="0"/>
              </a:spcAft>
              <a:buSzPts val="2800"/>
              <a:buNone/>
            </a:pPr>
            <a:r>
              <a:t/>
            </a:r>
            <a:endParaRPr sz="2800">
              <a:latin typeface="Calibri"/>
              <a:ea typeface="Calibri"/>
              <a:cs typeface="Calibri"/>
              <a:sym typeface="Calibri"/>
            </a:endParaRPr>
          </a:p>
        </p:txBody>
      </p:sp>
      <p:pic>
        <p:nvPicPr>
          <p:cNvPr descr="cdc logo png black (1).png" id="178" name="Google Shape;178;g35d46f24540_0_38"/>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79" name="Google Shape;179;g35d46f24540_0_38"/>
          <p:cNvSpPr/>
          <p:nvPr/>
        </p:nvSpPr>
        <p:spPr>
          <a:xfrm>
            <a:off x="1536200" y="137150"/>
            <a:ext cx="83481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Strategies to Understand a Passage</a:t>
            </a:r>
            <a:endParaRPr b="1" sz="4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800">
              <a:solidFill>
                <a:schemeClr val="dk1"/>
              </a:solidFill>
              <a:latin typeface="Arial"/>
              <a:ea typeface="Arial"/>
              <a:cs typeface="Arial"/>
              <a:sym typeface="Arial"/>
            </a:endParaRPr>
          </a:p>
        </p:txBody>
      </p:sp>
      <p:cxnSp>
        <p:nvCxnSpPr>
          <p:cNvPr id="180" name="Google Shape;180;g35d46f24540_0_38"/>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5d46f24540_0_18"/>
          <p:cNvSpPr txBox="1"/>
          <p:nvPr>
            <p:ph idx="1" type="body"/>
          </p:nvPr>
        </p:nvSpPr>
        <p:spPr>
          <a:xfrm>
            <a:off x="1371600" y="1728217"/>
            <a:ext cx="9525000" cy="3863700"/>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1800"/>
              <a:buNone/>
            </a:pPr>
            <a:r>
              <a:t/>
            </a:r>
            <a:endParaRPr sz="2800">
              <a:latin typeface="Calibri"/>
              <a:ea typeface="Calibri"/>
              <a:cs typeface="Calibri"/>
              <a:sym typeface="Calibri"/>
            </a:endParaRPr>
          </a:p>
          <a:p>
            <a:pPr indent="-406400" lvl="0" marL="457200" rtl="0" algn="l">
              <a:lnSpc>
                <a:spcPct val="115000"/>
              </a:lnSpc>
              <a:spcBef>
                <a:spcPts val="1200"/>
              </a:spcBef>
              <a:spcAft>
                <a:spcPts val="0"/>
              </a:spcAft>
              <a:buSzPts val="2800"/>
              <a:buChar char="●"/>
            </a:pPr>
            <a:r>
              <a:rPr b="1" lang="en-IN" sz="2800">
                <a:solidFill>
                  <a:schemeClr val="dk1"/>
                </a:solidFill>
                <a:latin typeface="Calibri"/>
                <a:ea typeface="Calibri"/>
                <a:cs typeface="Calibri"/>
                <a:sym typeface="Calibri"/>
              </a:rPr>
              <a:t>Discourse Analysis</a:t>
            </a:r>
            <a:r>
              <a:rPr lang="en-IN" sz="2800">
                <a:solidFill>
                  <a:schemeClr val="dk1"/>
                </a:solidFill>
                <a:latin typeface="Calibri"/>
                <a:ea typeface="Calibri"/>
                <a:cs typeface="Calibri"/>
                <a:sym typeface="Calibri"/>
              </a:rPr>
              <a:t>:</a:t>
            </a:r>
            <a:br>
              <a:rPr lang="en-IN" sz="2800">
                <a:solidFill>
                  <a:schemeClr val="dk1"/>
                </a:solidFill>
                <a:latin typeface="Calibri"/>
                <a:ea typeface="Calibri"/>
                <a:cs typeface="Calibri"/>
                <a:sym typeface="Calibri"/>
              </a:rPr>
            </a:br>
            <a:r>
              <a:rPr lang="en-IN" sz="2800">
                <a:solidFill>
                  <a:schemeClr val="dk1"/>
                </a:solidFill>
                <a:latin typeface="Calibri"/>
                <a:ea typeface="Calibri"/>
                <a:cs typeface="Calibri"/>
                <a:sym typeface="Calibri"/>
              </a:rPr>
              <a:t> Analyze tone, style, and use of literary devices like metaphor, imagery, etc.</a:t>
            </a:r>
            <a:br>
              <a:rPr lang="en-IN" sz="2800">
                <a:solidFill>
                  <a:schemeClr val="dk1"/>
                </a:solidFill>
                <a:latin typeface="Calibri"/>
                <a:ea typeface="Calibri"/>
                <a:cs typeface="Calibri"/>
                <a:sym typeface="Calibri"/>
              </a:rPr>
            </a:br>
            <a:r>
              <a:rPr i="1" lang="en-IN" sz="2800">
                <a:solidFill>
                  <a:schemeClr val="dk1"/>
                </a:solidFill>
                <a:latin typeface="Calibri"/>
                <a:ea typeface="Calibri"/>
                <a:cs typeface="Calibri"/>
                <a:sym typeface="Calibri"/>
              </a:rPr>
              <a:t>Example</a:t>
            </a:r>
            <a:r>
              <a:rPr lang="en-IN" sz="2800">
                <a:solidFill>
                  <a:schemeClr val="dk1"/>
                </a:solidFill>
                <a:latin typeface="Calibri"/>
                <a:ea typeface="Calibri"/>
                <a:cs typeface="Calibri"/>
                <a:sym typeface="Calibri"/>
              </a:rPr>
              <a:t>: Recognizing sarcasm in opinion pieces to detect author bias.</a:t>
            </a:r>
            <a:br>
              <a:rPr lang="en-IN"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a:p>
            <a:pPr indent="-228600" lvl="0" marL="228600" rtl="0" algn="l">
              <a:lnSpc>
                <a:spcPct val="120000"/>
              </a:lnSpc>
              <a:spcBef>
                <a:spcPts val="1200"/>
              </a:spcBef>
              <a:spcAft>
                <a:spcPts val="0"/>
              </a:spcAft>
              <a:buSzPts val="2800"/>
              <a:buNone/>
            </a:pPr>
            <a:r>
              <a:t/>
            </a:r>
            <a:endParaRPr sz="2800">
              <a:latin typeface="Calibri"/>
              <a:ea typeface="Calibri"/>
              <a:cs typeface="Calibri"/>
              <a:sym typeface="Calibri"/>
            </a:endParaRPr>
          </a:p>
        </p:txBody>
      </p:sp>
      <p:pic>
        <p:nvPicPr>
          <p:cNvPr descr="cdc logo png black (1).png" id="187" name="Google Shape;187;g35d46f24540_0_18"/>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88" name="Google Shape;188;g35d46f24540_0_18"/>
          <p:cNvSpPr/>
          <p:nvPr/>
        </p:nvSpPr>
        <p:spPr>
          <a:xfrm>
            <a:off x="1510934" y="137160"/>
            <a:ext cx="8373600" cy="156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Advanced Strategies</a:t>
            </a:r>
            <a:endParaRPr b="1" sz="4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4800">
                <a:solidFill>
                  <a:schemeClr val="dk1"/>
                </a:solidFill>
                <a:latin typeface="Calibri"/>
                <a:ea typeface="Calibri"/>
                <a:cs typeface="Calibri"/>
                <a:sym typeface="Calibri"/>
              </a:rPr>
              <a:t> </a:t>
            </a:r>
            <a:endParaRPr sz="4800">
              <a:solidFill>
                <a:schemeClr val="dk1"/>
              </a:solidFill>
              <a:latin typeface="Arial"/>
              <a:ea typeface="Arial"/>
              <a:cs typeface="Arial"/>
              <a:sym typeface="Arial"/>
            </a:endParaRPr>
          </a:p>
        </p:txBody>
      </p:sp>
      <p:cxnSp>
        <p:nvCxnSpPr>
          <p:cNvPr id="189" name="Google Shape;189;g35d46f24540_0_18"/>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1800"/>
              <a:buNone/>
            </a:pPr>
            <a:r>
              <a:rPr lang="en-IN" sz="2800">
                <a:latin typeface="Calibri"/>
                <a:ea typeface="Calibri"/>
                <a:cs typeface="Calibri"/>
                <a:sym typeface="Calibri"/>
              </a:rPr>
              <a:t>Reading Race – Skim, Scan &amp; Summarize</a:t>
            </a:r>
            <a:endParaRPr sz="28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800">
                <a:solidFill>
                  <a:schemeClr val="dk1"/>
                </a:solidFill>
                <a:latin typeface="Calibri"/>
                <a:ea typeface="Calibri"/>
                <a:cs typeface="Calibri"/>
                <a:sym typeface="Calibri"/>
              </a:rPr>
              <a:t>Instructions</a:t>
            </a:r>
            <a:r>
              <a:rPr lang="en-IN"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SzPts val="2800"/>
              <a:buFont typeface="Calibri"/>
              <a:buAutoNum type="arabicPeriod"/>
            </a:pPr>
            <a:r>
              <a:rPr lang="en-IN" sz="2800">
                <a:solidFill>
                  <a:schemeClr val="dk1"/>
                </a:solidFill>
                <a:latin typeface="Calibri"/>
                <a:ea typeface="Calibri"/>
                <a:cs typeface="Calibri"/>
                <a:sym typeface="Calibri"/>
              </a:rPr>
              <a:t>Distribute a short article to each student.</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SzPts val="2800"/>
              <a:buFont typeface="Calibri"/>
              <a:buAutoNum type="arabicPeriod"/>
            </a:pPr>
            <a:r>
              <a:rPr lang="en-IN" sz="2800">
                <a:solidFill>
                  <a:schemeClr val="dk1"/>
                </a:solidFill>
                <a:latin typeface="Calibri"/>
                <a:ea typeface="Calibri"/>
                <a:cs typeface="Calibri"/>
                <a:sym typeface="Calibri"/>
              </a:rPr>
              <a:t>1st read: Skim for the main idea (1 minute).</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SzPts val="2800"/>
              <a:buFont typeface="Calibri"/>
              <a:buAutoNum type="arabicPeriod"/>
            </a:pPr>
            <a:r>
              <a:rPr lang="en-IN" sz="2800">
                <a:solidFill>
                  <a:schemeClr val="dk1"/>
                </a:solidFill>
                <a:latin typeface="Calibri"/>
                <a:ea typeface="Calibri"/>
                <a:cs typeface="Calibri"/>
                <a:sym typeface="Calibri"/>
              </a:rPr>
              <a:t>2nd read: Scan for specific info (dates, names) (1 minute).</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SzPts val="2800"/>
              <a:buFont typeface="Calibri"/>
              <a:buAutoNum type="arabicPeriod"/>
            </a:pPr>
            <a:r>
              <a:rPr lang="en-IN" sz="2800">
                <a:solidFill>
                  <a:schemeClr val="dk1"/>
                </a:solidFill>
                <a:latin typeface="Calibri"/>
                <a:ea typeface="Calibri"/>
                <a:cs typeface="Calibri"/>
                <a:sym typeface="Calibri"/>
              </a:rPr>
              <a:t>Share key points with the class in 3 bullet points.</a:t>
            </a:r>
            <a:endParaRPr sz="2800">
              <a:solidFill>
                <a:schemeClr val="dk1"/>
              </a:solidFill>
              <a:latin typeface="Calibri"/>
              <a:ea typeface="Calibri"/>
              <a:cs typeface="Calibri"/>
              <a:sym typeface="Calibri"/>
            </a:endParaRPr>
          </a:p>
          <a:p>
            <a:pPr indent="-228600" lvl="0" marL="228600" rtl="0" algn="l">
              <a:lnSpc>
                <a:spcPct val="120000"/>
              </a:lnSpc>
              <a:spcBef>
                <a:spcPts val="1200"/>
              </a:spcBef>
              <a:spcAft>
                <a:spcPts val="0"/>
              </a:spcAft>
              <a:buSzPts val="1800"/>
              <a:buNone/>
            </a:pPr>
            <a:r>
              <a:rPr lang="en-IN" sz="2800">
                <a:latin typeface="Calibri"/>
                <a:ea typeface="Calibri"/>
                <a:cs typeface="Calibri"/>
                <a:sym typeface="Calibri"/>
              </a:rPr>
              <a:t>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p:txBody>
      </p:sp>
      <p:pic>
        <p:nvPicPr>
          <p:cNvPr descr="cdc logo png black (1).png" id="196" name="Google Shape;196;p7"/>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197" name="Google Shape;197;p7"/>
          <p:cNvSpPr/>
          <p:nvPr/>
        </p:nvSpPr>
        <p:spPr>
          <a:xfrm>
            <a:off x="1510934" y="283464"/>
            <a:ext cx="352740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Activity </a:t>
            </a:r>
            <a:endParaRPr b="1" sz="4800">
              <a:solidFill>
                <a:schemeClr val="dk1"/>
              </a:solidFill>
              <a:latin typeface="Calibri"/>
              <a:ea typeface="Calibri"/>
              <a:cs typeface="Calibri"/>
              <a:sym typeface="Calibri"/>
            </a:endParaRPr>
          </a:p>
        </p:txBody>
      </p:sp>
      <p:cxnSp>
        <p:nvCxnSpPr>
          <p:cNvPr id="198" name="Google Shape;198;p7"/>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5d46f24540_0_54"/>
          <p:cNvSpPr txBox="1"/>
          <p:nvPr>
            <p:ph idx="1" type="body"/>
          </p:nvPr>
        </p:nvSpPr>
        <p:spPr>
          <a:xfrm>
            <a:off x="1082350" y="1114475"/>
            <a:ext cx="10909200" cy="5135100"/>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1800"/>
              <a:buNone/>
            </a:pPr>
            <a:r>
              <a:rPr lang="en-IN" sz="2800">
                <a:solidFill>
                  <a:srgbClr val="1D1D1D"/>
                </a:solidFill>
                <a:highlight>
                  <a:srgbClr val="FFFFFF"/>
                </a:highlight>
                <a:latin typeface="Calibri"/>
                <a:ea typeface="Calibri"/>
                <a:cs typeface="Calibri"/>
                <a:sym typeface="Calibri"/>
              </a:rPr>
              <a:t>The self-presentation theory by Erving Goffman supposes that people develop their behaviour so as to manage impressions in social settings. People nowadays consume one another’s lives in the illusion of what they can present by the help of social media and because of that, young people are in a state of malaise and anxiety. The online performers glamorise their lives by choosing which of the segments of their lives to display and which of those to conceal. This image management is in line with Christopher Lasch’s idea of the “culture of narcissism” in which self-admiration suppresses virtues, allowing the space for acting, </a:t>
            </a:r>
            <a:endParaRPr sz="2800">
              <a:solidFill>
                <a:srgbClr val="1D1D1D"/>
              </a:solidFill>
              <a:highlight>
                <a:srgbClr val="FFFFFF"/>
              </a:highlight>
              <a:latin typeface="Calibri"/>
              <a:ea typeface="Calibri"/>
              <a:cs typeface="Calibri"/>
              <a:sym typeface="Calibri"/>
            </a:endParaRPr>
          </a:p>
          <a:p>
            <a:pPr indent="-228600" lvl="0" marL="228600" rtl="0" algn="l">
              <a:lnSpc>
                <a:spcPct val="120000"/>
              </a:lnSpc>
              <a:spcBef>
                <a:spcPts val="0"/>
              </a:spcBef>
              <a:spcAft>
                <a:spcPts val="0"/>
              </a:spcAft>
              <a:buSzPts val="1800"/>
              <a:buNone/>
            </a:pPr>
            <a:r>
              <a:rPr lang="en-IN" sz="2800">
                <a:solidFill>
                  <a:srgbClr val="1D1D1D"/>
                </a:solidFill>
                <a:highlight>
                  <a:srgbClr val="FFFFFF"/>
                </a:highlight>
                <a:latin typeface="Calibri"/>
                <a:ea typeface="Calibri"/>
                <a:cs typeface="Calibri"/>
                <a:sym typeface="Calibri"/>
              </a:rPr>
              <a:t>   but the sincerity of the connection is compromised.</a:t>
            </a:r>
            <a:r>
              <a:rPr lang="en-IN" sz="2800">
                <a:latin typeface="Calibri"/>
                <a:ea typeface="Calibri"/>
                <a:cs typeface="Calibri"/>
                <a:sym typeface="Calibri"/>
              </a:rPr>
              <a:t>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p:txBody>
      </p:sp>
      <p:pic>
        <p:nvPicPr>
          <p:cNvPr descr="cdc logo png black (1).png" id="205" name="Google Shape;205;g35d46f24540_0_54"/>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206" name="Google Shape;206;g35d46f24540_0_54"/>
          <p:cNvSpPr/>
          <p:nvPr/>
        </p:nvSpPr>
        <p:spPr>
          <a:xfrm>
            <a:off x="1510934" y="283464"/>
            <a:ext cx="35274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Activity </a:t>
            </a:r>
            <a:endParaRPr b="1" sz="4800">
              <a:solidFill>
                <a:schemeClr val="dk1"/>
              </a:solidFill>
              <a:latin typeface="Calibri"/>
              <a:ea typeface="Calibri"/>
              <a:cs typeface="Calibri"/>
              <a:sym typeface="Calibri"/>
            </a:endParaRPr>
          </a:p>
        </p:txBody>
      </p:sp>
      <p:cxnSp>
        <p:nvCxnSpPr>
          <p:cNvPr id="207" name="Google Shape;207;g35d46f24540_0_54"/>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cdc logo png black (1).png" id="213" name="Google Shape;213;g35d46f24540_0_63"/>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sp>
        <p:nvSpPr>
          <p:cNvPr id="214" name="Google Shape;214;g35d46f24540_0_63"/>
          <p:cNvSpPr/>
          <p:nvPr/>
        </p:nvSpPr>
        <p:spPr>
          <a:xfrm>
            <a:off x="1510934" y="283464"/>
            <a:ext cx="3527400" cy="83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Fun - </a:t>
            </a:r>
            <a:r>
              <a:rPr b="1" lang="en-IN" sz="4800">
                <a:solidFill>
                  <a:schemeClr val="dk1"/>
                </a:solidFill>
                <a:latin typeface="Calibri"/>
                <a:ea typeface="Calibri"/>
                <a:cs typeface="Calibri"/>
                <a:sym typeface="Calibri"/>
              </a:rPr>
              <a:t>Activity </a:t>
            </a:r>
            <a:endParaRPr b="1" sz="4800">
              <a:solidFill>
                <a:schemeClr val="dk1"/>
              </a:solidFill>
              <a:latin typeface="Calibri"/>
              <a:ea typeface="Calibri"/>
              <a:cs typeface="Calibri"/>
              <a:sym typeface="Calibri"/>
            </a:endParaRPr>
          </a:p>
        </p:txBody>
      </p:sp>
      <p:cxnSp>
        <p:nvCxnSpPr>
          <p:cNvPr id="215" name="Google Shape;215;g35d46f24540_0_63"/>
          <p:cNvCxnSpPr/>
          <p:nvPr/>
        </p:nvCxnSpPr>
        <p:spPr>
          <a:xfrm>
            <a:off x="1536192" y="996696"/>
            <a:ext cx="8211300" cy="18300"/>
          </a:xfrm>
          <a:prstGeom prst="straightConnector1">
            <a:avLst/>
          </a:prstGeom>
          <a:noFill/>
          <a:ln cap="flat" cmpd="sng" w="76200">
            <a:solidFill>
              <a:schemeClr val="accent1"/>
            </a:solidFill>
            <a:prstDash val="solid"/>
            <a:miter lim="800000"/>
            <a:headEnd len="sm" w="sm" type="none"/>
            <a:tailEnd len="sm" w="sm" type="none"/>
          </a:ln>
        </p:spPr>
      </p:cxnSp>
      <p:sp>
        <p:nvSpPr>
          <p:cNvPr id="216" name="Google Shape;216;g35d46f24540_0_63"/>
          <p:cNvSpPr txBox="1"/>
          <p:nvPr/>
        </p:nvSpPr>
        <p:spPr>
          <a:xfrm>
            <a:off x="1606575" y="1254175"/>
            <a:ext cx="8211300" cy="6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chemeClr val="dk2"/>
                </a:solidFill>
              </a:rPr>
              <a:t>Read the given picture and write your observation in three sentences.</a:t>
            </a:r>
            <a:endParaRPr sz="2800">
              <a:solidFill>
                <a:schemeClr val="dk2"/>
              </a:solidFill>
            </a:endParaRPr>
          </a:p>
        </p:txBody>
      </p:sp>
      <p:pic>
        <p:nvPicPr>
          <p:cNvPr id="217" name="Google Shape;217;g35d46f24540_0_63" title="Screenshot 2025-05-26 150709.png"/>
          <p:cNvPicPr preferRelativeResize="0"/>
          <p:nvPr/>
        </p:nvPicPr>
        <p:blipFill>
          <a:blip r:embed="rId4">
            <a:alphaModFix/>
          </a:blip>
          <a:stretch>
            <a:fillRect/>
          </a:stretch>
        </p:blipFill>
        <p:spPr>
          <a:xfrm>
            <a:off x="1356363" y="2345850"/>
            <a:ext cx="8570976" cy="43597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8"/>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Clr>
                <a:schemeClr val="dk1"/>
              </a:buClr>
              <a:buSzPts val="1100"/>
              <a:buFont typeface="Arial"/>
              <a:buNone/>
            </a:pPr>
            <a:r>
              <a:rPr lang="en-IN" sz="2800">
                <a:latin typeface="Calibri"/>
                <a:ea typeface="Calibri"/>
                <a:cs typeface="Calibri"/>
                <a:sym typeface="Calibri"/>
              </a:rPr>
              <a:t>Reading comprehension improves academic and real-life communication.</a:t>
            </a:r>
            <a:endParaRPr sz="2800">
              <a:latin typeface="Calibri"/>
              <a:ea typeface="Calibri"/>
              <a:cs typeface="Calibri"/>
              <a:sym typeface="Calibri"/>
            </a:endParaRPr>
          </a:p>
          <a:p>
            <a:pPr indent="-228600" lvl="0" marL="228600" rtl="0" algn="l">
              <a:lnSpc>
                <a:spcPct val="120000"/>
              </a:lnSpc>
              <a:spcBef>
                <a:spcPts val="0"/>
              </a:spcBef>
              <a:spcAft>
                <a:spcPts val="0"/>
              </a:spcAft>
              <a:buSzPts val="1800"/>
              <a:buNone/>
            </a:pPr>
            <a:r>
              <a:rPr lang="en-IN" sz="2800">
                <a:latin typeface="Calibri"/>
                <a:ea typeface="Calibri"/>
                <a:cs typeface="Calibri"/>
                <a:sym typeface="Calibri"/>
              </a:rPr>
              <a:t>Mastering various strategies helps decode meaning effectively and retain information.</a:t>
            </a:r>
            <a:r>
              <a:rPr lang="en-IN" sz="2800">
                <a:latin typeface="Calibri"/>
                <a:ea typeface="Calibri"/>
                <a:cs typeface="Calibri"/>
                <a:sym typeface="Calibri"/>
              </a:rPr>
              <a:t>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a:p>
            <a:pPr indent="-114300" lvl="0" marL="228600" rtl="0" algn="l">
              <a:lnSpc>
                <a:spcPct val="120000"/>
              </a:lnSpc>
              <a:spcBef>
                <a:spcPts val="600"/>
              </a:spcBef>
              <a:spcAft>
                <a:spcPts val="0"/>
              </a:spcAft>
              <a:buClr>
                <a:schemeClr val="dk1"/>
              </a:buClr>
              <a:buSzPts val="1800"/>
              <a:buNone/>
            </a:pPr>
            <a:r>
              <a:t/>
            </a:r>
            <a:endParaRPr sz="2800">
              <a:latin typeface="Calibri"/>
              <a:ea typeface="Calibri"/>
              <a:cs typeface="Calibri"/>
              <a:sym typeface="Calibri"/>
            </a:endParaRPr>
          </a:p>
        </p:txBody>
      </p:sp>
      <p:pic>
        <p:nvPicPr>
          <p:cNvPr descr="cdc logo png black (1).png" id="224" name="Google Shape;224;p8"/>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cxnSp>
        <p:nvCxnSpPr>
          <p:cNvPr id="225" name="Google Shape;225;p8"/>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
        <p:nvSpPr>
          <p:cNvPr id="226" name="Google Shape;226;p8"/>
          <p:cNvSpPr/>
          <p:nvPr/>
        </p:nvSpPr>
        <p:spPr>
          <a:xfrm>
            <a:off x="1655064" y="246888"/>
            <a:ext cx="451713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Conclusion</a:t>
            </a:r>
            <a:endParaRPr b="1" sz="4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9"/>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4800"/>
              <a:buNone/>
            </a:pPr>
            <a:r>
              <a:rPr lang="en-IN" sz="4800">
                <a:latin typeface="Calibri"/>
                <a:ea typeface="Calibri"/>
                <a:cs typeface="Calibri"/>
                <a:sym typeface="Calibri"/>
              </a:rPr>
              <a:t> </a:t>
            </a:r>
            <a:endParaRPr/>
          </a:p>
        </p:txBody>
      </p:sp>
      <p:pic>
        <p:nvPicPr>
          <p:cNvPr descr="cdc logo png black (1).png" id="233" name="Google Shape;233;p9"/>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cxnSp>
        <p:nvCxnSpPr>
          <p:cNvPr id="234" name="Google Shape;234;p9"/>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
        <p:nvSpPr>
          <p:cNvPr id="235" name="Google Shape;235;p9"/>
          <p:cNvSpPr/>
          <p:nvPr/>
        </p:nvSpPr>
        <p:spPr>
          <a:xfrm>
            <a:off x="1636776" y="235958"/>
            <a:ext cx="507093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800">
                <a:solidFill>
                  <a:schemeClr val="dk1"/>
                </a:solidFill>
                <a:latin typeface="Calibri"/>
                <a:ea typeface="Calibri"/>
                <a:cs typeface="Calibri"/>
                <a:sym typeface="Calibri"/>
              </a:rPr>
              <a:t>Learning Outcomes </a:t>
            </a:r>
            <a:endParaRPr b="1" sz="4800">
              <a:solidFill>
                <a:schemeClr val="dk1"/>
              </a:solidFill>
              <a:latin typeface="Calibri"/>
              <a:ea typeface="Calibri"/>
              <a:cs typeface="Calibri"/>
              <a:sym typeface="Calibri"/>
            </a:endParaRPr>
          </a:p>
        </p:txBody>
      </p:sp>
      <p:sp>
        <p:nvSpPr>
          <p:cNvPr id="236" name="Google Shape;236;p9"/>
          <p:cNvSpPr txBox="1"/>
          <p:nvPr/>
        </p:nvSpPr>
        <p:spPr>
          <a:xfrm>
            <a:off x="1801380" y="1700775"/>
            <a:ext cx="9476100" cy="4796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IN" sz="2800">
                <a:solidFill>
                  <a:schemeClr val="dk1"/>
                </a:solidFill>
                <a:latin typeface="Calibri"/>
                <a:ea typeface="Calibri"/>
                <a:cs typeface="Calibri"/>
                <a:sym typeface="Calibri"/>
              </a:rPr>
              <a:t>After this session, learners will be able to:</a:t>
            </a:r>
            <a:endParaRPr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Clr>
                <a:schemeClr val="dk1"/>
              </a:buClr>
              <a:buSzPts val="2800"/>
              <a:buFont typeface="Calibri"/>
              <a:buAutoNum type="arabicPeriod"/>
            </a:pPr>
            <a:r>
              <a:rPr lang="en-IN" sz="2800">
                <a:solidFill>
                  <a:schemeClr val="dk1"/>
                </a:solidFill>
                <a:latin typeface="Calibri"/>
                <a:ea typeface="Calibri"/>
                <a:cs typeface="Calibri"/>
                <a:sym typeface="Calibri"/>
              </a:rPr>
              <a:t>Define reading comprehension and its importance.</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AutoNum type="arabicPeriod"/>
            </a:pPr>
            <a:r>
              <a:rPr lang="en-IN" sz="2800">
                <a:solidFill>
                  <a:schemeClr val="dk1"/>
                </a:solidFill>
                <a:latin typeface="Calibri"/>
                <a:ea typeface="Calibri"/>
                <a:cs typeface="Calibri"/>
                <a:sym typeface="Calibri"/>
              </a:rPr>
              <a:t>Use skimming, scanning, extensive, and intensive reading appropriately.</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AutoNum type="arabicPeriod"/>
            </a:pPr>
            <a:r>
              <a:rPr lang="en-IN" sz="2800">
                <a:solidFill>
                  <a:schemeClr val="dk1"/>
                </a:solidFill>
                <a:latin typeface="Calibri"/>
                <a:ea typeface="Calibri"/>
                <a:cs typeface="Calibri"/>
                <a:sym typeface="Calibri"/>
              </a:rPr>
              <a:t>Overcome common reading barriers.</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AutoNum type="arabicPeriod"/>
            </a:pPr>
            <a:r>
              <a:rPr lang="en-IN" sz="2800">
                <a:solidFill>
                  <a:schemeClr val="dk1"/>
                </a:solidFill>
                <a:latin typeface="Calibri"/>
                <a:ea typeface="Calibri"/>
                <a:cs typeface="Calibri"/>
                <a:sym typeface="Calibri"/>
              </a:rPr>
              <a:t>Apply strategies to grasp meaning from a passage.</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AutoNum type="arabicPeriod"/>
            </a:pPr>
            <a:r>
              <a:rPr lang="en-IN" sz="2800">
                <a:solidFill>
                  <a:schemeClr val="dk1"/>
                </a:solidFill>
                <a:latin typeface="Calibri"/>
                <a:ea typeface="Calibri"/>
                <a:cs typeface="Calibri"/>
                <a:sym typeface="Calibri"/>
              </a:rPr>
              <a:t>Improve retention through purposeful reading.</a:t>
            </a:r>
            <a:br>
              <a:rPr lang="en-IN"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a:p>
            <a:pPr indent="0" lvl="0" marL="0" marR="0" rtl="0" algn="l">
              <a:spcBef>
                <a:spcPts val="1200"/>
              </a:spcBef>
              <a:spcAft>
                <a:spcPts val="0"/>
              </a:spcAft>
              <a:buNone/>
            </a:pPr>
            <a:r>
              <a:rPr lang="en-IN"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0"/>
          <p:cNvSpPr txBox="1"/>
          <p:nvPr>
            <p:ph idx="1" type="body"/>
          </p:nvPr>
        </p:nvSpPr>
        <p:spPr>
          <a:xfrm>
            <a:off x="1371600" y="2274033"/>
            <a:ext cx="9525000" cy="3317875"/>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SzPts val="4800"/>
              <a:buNone/>
            </a:pPr>
            <a:r>
              <a:rPr lang="en-IN" sz="4800">
                <a:latin typeface="Calibri"/>
                <a:ea typeface="Calibri"/>
                <a:cs typeface="Calibri"/>
                <a:sym typeface="Calibri"/>
              </a:rPr>
              <a:t> </a:t>
            </a:r>
            <a:endParaRPr/>
          </a:p>
          <a:p>
            <a:pPr indent="-228600" lvl="0" marL="228600" rtl="0" algn="ctr">
              <a:lnSpc>
                <a:spcPct val="120000"/>
              </a:lnSpc>
              <a:spcBef>
                <a:spcPts val="600"/>
              </a:spcBef>
              <a:spcAft>
                <a:spcPts val="0"/>
              </a:spcAft>
              <a:buSzPts val="4800"/>
              <a:buNone/>
            </a:pPr>
            <a:r>
              <a:rPr lang="en-IN" sz="4800">
                <a:latin typeface="Calibri"/>
                <a:ea typeface="Calibri"/>
                <a:cs typeface="Calibri"/>
                <a:sym typeface="Calibri"/>
              </a:rPr>
              <a:t>Thank You </a:t>
            </a:r>
            <a:endParaRPr/>
          </a:p>
        </p:txBody>
      </p:sp>
      <p:pic>
        <p:nvPicPr>
          <p:cNvPr descr="cdc logo png black (1).png" id="243" name="Google Shape;243;p10"/>
          <p:cNvPicPr preferRelativeResize="0"/>
          <p:nvPr/>
        </p:nvPicPr>
        <p:blipFill rotWithShape="1">
          <a:blip r:embed="rId3">
            <a:alphaModFix/>
          </a:blip>
          <a:srcRect b="0" l="0" r="0" t="0"/>
          <a:stretch/>
        </p:blipFill>
        <p:spPr>
          <a:xfrm>
            <a:off x="10094976" y="18289"/>
            <a:ext cx="2023871" cy="982104"/>
          </a:xfrm>
          <a:prstGeom prst="rect">
            <a:avLst/>
          </a:prstGeom>
          <a:noFill/>
          <a:ln>
            <a:noFill/>
          </a:ln>
        </p:spPr>
      </p:pic>
      <p:cxnSp>
        <p:nvCxnSpPr>
          <p:cNvPr id="244" name="Google Shape;244;p10"/>
          <p:cNvCxnSpPr/>
          <p:nvPr/>
        </p:nvCxnSpPr>
        <p:spPr>
          <a:xfrm>
            <a:off x="1536192" y="996696"/>
            <a:ext cx="8211312" cy="18288"/>
          </a:xfrm>
          <a:prstGeom prst="straightConnector1">
            <a:avLst/>
          </a:prstGeom>
          <a:noFill/>
          <a:ln cap="flat" cmpd="sng" w="76200">
            <a:solidFill>
              <a:schemeClr val="accent1"/>
            </a:solidFill>
            <a:prstDash val="solid"/>
            <a:miter lim="800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odOverlayVTI">
  <a:themeElements>
    <a:clrScheme name="Custom 50">
      <a:dk1>
        <a:srgbClr val="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2024-01-11T09:03:24Z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